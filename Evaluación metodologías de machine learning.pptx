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6CA50-5DAB-4FD2-A959-0596971136E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9717A0-EF8A-4B75-9FCB-CE59173E5EFF}">
      <dgm:prSet/>
      <dgm:spPr/>
      <dgm:t>
        <a:bodyPr/>
        <a:lstStyle/>
        <a:p>
          <a:r>
            <a:rPr lang="es-CO"/>
            <a:t>Recopilación de información tales como variables espaciales, inventario de movimientos en masa y variables hidrometereológicas.</a:t>
          </a:r>
          <a:endParaRPr lang="en-US"/>
        </a:p>
      </dgm:t>
    </dgm:pt>
    <dgm:pt modelId="{11ECB4A2-0AFA-4566-BA5A-B959E1934D8F}" type="parTrans" cxnId="{076BC953-46F9-4425-92E5-26058180758B}">
      <dgm:prSet/>
      <dgm:spPr/>
      <dgm:t>
        <a:bodyPr/>
        <a:lstStyle/>
        <a:p>
          <a:endParaRPr lang="en-US"/>
        </a:p>
      </dgm:t>
    </dgm:pt>
    <dgm:pt modelId="{1EE21259-5A74-418C-B5D8-19E297B0E0AC}" type="sibTrans" cxnId="{076BC953-46F9-4425-92E5-26058180758B}">
      <dgm:prSet/>
      <dgm:spPr/>
      <dgm:t>
        <a:bodyPr/>
        <a:lstStyle/>
        <a:p>
          <a:endParaRPr lang="en-US"/>
        </a:p>
      </dgm:t>
    </dgm:pt>
    <dgm:pt modelId="{3D9BC3C1-55F7-4AF1-BCF3-3DE24115FFAD}">
      <dgm:prSet/>
      <dgm:spPr/>
      <dgm:t>
        <a:bodyPr/>
        <a:lstStyle/>
        <a:p>
          <a:r>
            <a:rPr lang="es-CO"/>
            <a:t>Aplicar diferentes modelos de machine learning a una misma cuenca de la cordillera occidental.</a:t>
          </a:r>
          <a:endParaRPr lang="en-US"/>
        </a:p>
      </dgm:t>
    </dgm:pt>
    <dgm:pt modelId="{C5E0D0DB-95BD-4685-BA01-51276C5A3B38}" type="parTrans" cxnId="{2E70EAED-4D78-4229-BBAA-11FAE9A641E7}">
      <dgm:prSet/>
      <dgm:spPr/>
      <dgm:t>
        <a:bodyPr/>
        <a:lstStyle/>
        <a:p>
          <a:endParaRPr lang="en-US"/>
        </a:p>
      </dgm:t>
    </dgm:pt>
    <dgm:pt modelId="{0FF1CA96-BB76-406A-9C13-6EB4EA17DCF1}" type="sibTrans" cxnId="{2E70EAED-4D78-4229-BBAA-11FAE9A641E7}">
      <dgm:prSet/>
      <dgm:spPr/>
      <dgm:t>
        <a:bodyPr/>
        <a:lstStyle/>
        <a:p>
          <a:endParaRPr lang="en-US"/>
        </a:p>
      </dgm:t>
    </dgm:pt>
    <dgm:pt modelId="{5239B4FA-FD22-4A18-B95D-045C318AE9B0}">
      <dgm:prSet/>
      <dgm:spPr/>
      <dgm:t>
        <a:bodyPr/>
        <a:lstStyle/>
        <a:p>
          <a:r>
            <a:rPr lang="es-CO"/>
            <a:t>Explorar variables categóricas y continuas y su influencia en los resultados.</a:t>
          </a:r>
          <a:endParaRPr lang="en-US"/>
        </a:p>
      </dgm:t>
    </dgm:pt>
    <dgm:pt modelId="{3D9FCBED-1E79-41EE-8E1D-BEEAC0551D62}" type="parTrans" cxnId="{3D8BC269-CFE8-4E73-9A88-D83D81A4E9F2}">
      <dgm:prSet/>
      <dgm:spPr/>
      <dgm:t>
        <a:bodyPr/>
        <a:lstStyle/>
        <a:p>
          <a:endParaRPr lang="en-US"/>
        </a:p>
      </dgm:t>
    </dgm:pt>
    <dgm:pt modelId="{65BE706D-6F9F-4DE5-85E2-6EF58AB271E3}" type="sibTrans" cxnId="{3D8BC269-CFE8-4E73-9A88-D83D81A4E9F2}">
      <dgm:prSet/>
      <dgm:spPr/>
      <dgm:t>
        <a:bodyPr/>
        <a:lstStyle/>
        <a:p>
          <a:endParaRPr lang="en-US"/>
        </a:p>
      </dgm:t>
    </dgm:pt>
    <dgm:pt modelId="{FF4A49C7-DAF9-414F-AC0A-2CD8BF5721C0}">
      <dgm:prSet/>
      <dgm:spPr/>
      <dgm:t>
        <a:bodyPr/>
        <a:lstStyle/>
        <a:p>
          <a:r>
            <a:rPr lang="es-CO"/>
            <a:t>Comparar la certeza de los diferentes modelos y concluir cual de ellos es mejor aplicable a un ambiente Colombiano. </a:t>
          </a:r>
          <a:endParaRPr lang="en-US"/>
        </a:p>
      </dgm:t>
    </dgm:pt>
    <dgm:pt modelId="{55462226-D572-4E51-8EA4-706CA0B91856}" type="parTrans" cxnId="{AFBA87B9-F084-4ADD-B99E-5ACC4A1E2FD7}">
      <dgm:prSet/>
      <dgm:spPr/>
      <dgm:t>
        <a:bodyPr/>
        <a:lstStyle/>
        <a:p>
          <a:endParaRPr lang="en-US"/>
        </a:p>
      </dgm:t>
    </dgm:pt>
    <dgm:pt modelId="{73DC9FC3-7C58-4B03-A3A0-A0057E3C605F}" type="sibTrans" cxnId="{AFBA87B9-F084-4ADD-B99E-5ACC4A1E2FD7}">
      <dgm:prSet/>
      <dgm:spPr/>
      <dgm:t>
        <a:bodyPr/>
        <a:lstStyle/>
        <a:p>
          <a:endParaRPr lang="en-US"/>
        </a:p>
      </dgm:t>
    </dgm:pt>
    <dgm:pt modelId="{127B1A42-B209-4A91-B596-41EF4DE775BB}" type="pres">
      <dgm:prSet presAssocID="{C5F6CA50-5DAB-4FD2-A959-0596971136EE}" presName="root" presStyleCnt="0">
        <dgm:presLayoutVars>
          <dgm:dir/>
          <dgm:resizeHandles val="exact"/>
        </dgm:presLayoutVars>
      </dgm:prSet>
      <dgm:spPr/>
    </dgm:pt>
    <dgm:pt modelId="{2510E737-328F-4578-A1B8-E163E000571E}" type="pres">
      <dgm:prSet presAssocID="{C5F6CA50-5DAB-4FD2-A959-0596971136EE}" presName="container" presStyleCnt="0">
        <dgm:presLayoutVars>
          <dgm:dir/>
          <dgm:resizeHandles val="exact"/>
        </dgm:presLayoutVars>
      </dgm:prSet>
      <dgm:spPr/>
    </dgm:pt>
    <dgm:pt modelId="{8E3FDFEA-9ADD-435E-8295-6DA360E7EFEE}" type="pres">
      <dgm:prSet presAssocID="{539717A0-EF8A-4B75-9FCB-CE59173E5EFF}" presName="compNode" presStyleCnt="0"/>
      <dgm:spPr/>
    </dgm:pt>
    <dgm:pt modelId="{B6A82B4B-C08A-481B-A7CB-C09A300765AD}" type="pres">
      <dgm:prSet presAssocID="{539717A0-EF8A-4B75-9FCB-CE59173E5EFF}" presName="iconBgRect" presStyleLbl="bgShp" presStyleIdx="0" presStyleCnt="4"/>
      <dgm:spPr/>
    </dgm:pt>
    <dgm:pt modelId="{18699B02-09E5-4C3B-A5A1-C13933204812}" type="pres">
      <dgm:prSet presAssocID="{539717A0-EF8A-4B75-9FCB-CE59173E5E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3268BCC-949F-46EF-8F0F-020D8E15430B}" type="pres">
      <dgm:prSet presAssocID="{539717A0-EF8A-4B75-9FCB-CE59173E5EFF}" presName="spaceRect" presStyleCnt="0"/>
      <dgm:spPr/>
    </dgm:pt>
    <dgm:pt modelId="{01F6904B-18DA-475E-864E-6F407DBE0DCB}" type="pres">
      <dgm:prSet presAssocID="{539717A0-EF8A-4B75-9FCB-CE59173E5EFF}" presName="textRect" presStyleLbl="revTx" presStyleIdx="0" presStyleCnt="4">
        <dgm:presLayoutVars>
          <dgm:chMax val="1"/>
          <dgm:chPref val="1"/>
        </dgm:presLayoutVars>
      </dgm:prSet>
      <dgm:spPr/>
    </dgm:pt>
    <dgm:pt modelId="{73CCA812-67D3-48A5-A395-4C2CE6CB419C}" type="pres">
      <dgm:prSet presAssocID="{1EE21259-5A74-418C-B5D8-19E297B0E0AC}" presName="sibTrans" presStyleLbl="sibTrans2D1" presStyleIdx="0" presStyleCnt="0"/>
      <dgm:spPr/>
    </dgm:pt>
    <dgm:pt modelId="{EF6F863A-9BC0-47A5-9A55-B14EDF170A6F}" type="pres">
      <dgm:prSet presAssocID="{3D9BC3C1-55F7-4AF1-BCF3-3DE24115FFAD}" presName="compNode" presStyleCnt="0"/>
      <dgm:spPr/>
    </dgm:pt>
    <dgm:pt modelId="{69B7C3BB-D970-4576-8CB8-DFE2219364F6}" type="pres">
      <dgm:prSet presAssocID="{3D9BC3C1-55F7-4AF1-BCF3-3DE24115FFAD}" presName="iconBgRect" presStyleLbl="bgShp" presStyleIdx="1" presStyleCnt="4"/>
      <dgm:spPr/>
    </dgm:pt>
    <dgm:pt modelId="{11A3E0D4-8BCA-46B9-AAB7-604822E28E90}" type="pres">
      <dgm:prSet presAssocID="{3D9BC3C1-55F7-4AF1-BCF3-3DE24115FF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rebro"/>
        </a:ext>
      </dgm:extLst>
    </dgm:pt>
    <dgm:pt modelId="{28CC50DA-52F1-435A-823F-6CB964208F2C}" type="pres">
      <dgm:prSet presAssocID="{3D9BC3C1-55F7-4AF1-BCF3-3DE24115FFAD}" presName="spaceRect" presStyleCnt="0"/>
      <dgm:spPr/>
    </dgm:pt>
    <dgm:pt modelId="{83BCB207-96D2-442A-85A4-54E622C0E6D0}" type="pres">
      <dgm:prSet presAssocID="{3D9BC3C1-55F7-4AF1-BCF3-3DE24115FFAD}" presName="textRect" presStyleLbl="revTx" presStyleIdx="1" presStyleCnt="4">
        <dgm:presLayoutVars>
          <dgm:chMax val="1"/>
          <dgm:chPref val="1"/>
        </dgm:presLayoutVars>
      </dgm:prSet>
      <dgm:spPr/>
    </dgm:pt>
    <dgm:pt modelId="{CAC44049-AF75-42D0-98E2-F3A5A03C2250}" type="pres">
      <dgm:prSet presAssocID="{0FF1CA96-BB76-406A-9C13-6EB4EA17DCF1}" presName="sibTrans" presStyleLbl="sibTrans2D1" presStyleIdx="0" presStyleCnt="0"/>
      <dgm:spPr/>
    </dgm:pt>
    <dgm:pt modelId="{64C19C24-891C-433F-9596-452922433341}" type="pres">
      <dgm:prSet presAssocID="{5239B4FA-FD22-4A18-B95D-045C318AE9B0}" presName="compNode" presStyleCnt="0"/>
      <dgm:spPr/>
    </dgm:pt>
    <dgm:pt modelId="{98F84834-F810-4EFC-BFC3-AA641E6A336E}" type="pres">
      <dgm:prSet presAssocID="{5239B4FA-FD22-4A18-B95D-045C318AE9B0}" presName="iconBgRect" presStyleLbl="bgShp" presStyleIdx="2" presStyleCnt="4"/>
      <dgm:spPr/>
    </dgm:pt>
    <dgm:pt modelId="{0FDD0435-742F-4A98-B4EA-20C4E87CA27C}" type="pres">
      <dgm:prSet presAssocID="{5239B4FA-FD22-4A18-B95D-045C318AE9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DF97B4E-E00D-48F4-9016-707862A996E0}" type="pres">
      <dgm:prSet presAssocID="{5239B4FA-FD22-4A18-B95D-045C318AE9B0}" presName="spaceRect" presStyleCnt="0"/>
      <dgm:spPr/>
    </dgm:pt>
    <dgm:pt modelId="{8209EC9E-AFB7-4BAF-A5CF-69BB2EEDBBEE}" type="pres">
      <dgm:prSet presAssocID="{5239B4FA-FD22-4A18-B95D-045C318AE9B0}" presName="textRect" presStyleLbl="revTx" presStyleIdx="2" presStyleCnt="4">
        <dgm:presLayoutVars>
          <dgm:chMax val="1"/>
          <dgm:chPref val="1"/>
        </dgm:presLayoutVars>
      </dgm:prSet>
      <dgm:spPr/>
    </dgm:pt>
    <dgm:pt modelId="{E4543E2D-8D1F-4866-B371-6E721C33FC00}" type="pres">
      <dgm:prSet presAssocID="{65BE706D-6F9F-4DE5-85E2-6EF58AB271E3}" presName="sibTrans" presStyleLbl="sibTrans2D1" presStyleIdx="0" presStyleCnt="0"/>
      <dgm:spPr/>
    </dgm:pt>
    <dgm:pt modelId="{73BD7B54-55EB-4850-B4FD-5A4A2F79FF28}" type="pres">
      <dgm:prSet presAssocID="{FF4A49C7-DAF9-414F-AC0A-2CD8BF5721C0}" presName="compNode" presStyleCnt="0"/>
      <dgm:spPr/>
    </dgm:pt>
    <dgm:pt modelId="{CB3E5409-BBA9-4170-A265-D09AAC9751D8}" type="pres">
      <dgm:prSet presAssocID="{FF4A49C7-DAF9-414F-AC0A-2CD8BF5721C0}" presName="iconBgRect" presStyleLbl="bgShp" presStyleIdx="3" presStyleCnt="4"/>
      <dgm:spPr/>
    </dgm:pt>
    <dgm:pt modelId="{EFC93A69-F6AB-45BA-94B9-15FD493BF5B5}" type="pres">
      <dgm:prSet presAssocID="{FF4A49C7-DAF9-414F-AC0A-2CD8BF5721C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95225AB7-2731-4516-933B-8FC62554BC38}" type="pres">
      <dgm:prSet presAssocID="{FF4A49C7-DAF9-414F-AC0A-2CD8BF5721C0}" presName="spaceRect" presStyleCnt="0"/>
      <dgm:spPr/>
    </dgm:pt>
    <dgm:pt modelId="{2CAB8B93-637F-4F65-AAFD-A76EA315CB81}" type="pres">
      <dgm:prSet presAssocID="{FF4A49C7-DAF9-414F-AC0A-2CD8BF5721C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D8BC269-CFE8-4E73-9A88-D83D81A4E9F2}" srcId="{C5F6CA50-5DAB-4FD2-A959-0596971136EE}" destId="{5239B4FA-FD22-4A18-B95D-045C318AE9B0}" srcOrd="2" destOrd="0" parTransId="{3D9FCBED-1E79-41EE-8E1D-BEEAC0551D62}" sibTransId="{65BE706D-6F9F-4DE5-85E2-6EF58AB271E3}"/>
    <dgm:cxn modelId="{2E94184F-9F76-4751-9579-0436B38E3305}" type="presOf" srcId="{C5F6CA50-5DAB-4FD2-A959-0596971136EE}" destId="{127B1A42-B209-4A91-B596-41EF4DE775BB}" srcOrd="0" destOrd="0" presId="urn:microsoft.com/office/officeart/2018/2/layout/IconCircleList"/>
    <dgm:cxn modelId="{076BC953-46F9-4425-92E5-26058180758B}" srcId="{C5F6CA50-5DAB-4FD2-A959-0596971136EE}" destId="{539717A0-EF8A-4B75-9FCB-CE59173E5EFF}" srcOrd="0" destOrd="0" parTransId="{11ECB4A2-0AFA-4566-BA5A-B959E1934D8F}" sibTransId="{1EE21259-5A74-418C-B5D8-19E297B0E0AC}"/>
    <dgm:cxn modelId="{87177B57-BF57-4DE7-A802-9CB4C9FFA49F}" type="presOf" srcId="{FF4A49C7-DAF9-414F-AC0A-2CD8BF5721C0}" destId="{2CAB8B93-637F-4F65-AAFD-A76EA315CB81}" srcOrd="0" destOrd="0" presId="urn:microsoft.com/office/officeart/2018/2/layout/IconCircleList"/>
    <dgm:cxn modelId="{AE29E557-6F97-4399-9774-6633C507676F}" type="presOf" srcId="{65BE706D-6F9F-4DE5-85E2-6EF58AB271E3}" destId="{E4543E2D-8D1F-4866-B371-6E721C33FC00}" srcOrd="0" destOrd="0" presId="urn:microsoft.com/office/officeart/2018/2/layout/IconCircleList"/>
    <dgm:cxn modelId="{3BE5F293-1B4C-45AB-B641-328B8F1DA411}" type="presOf" srcId="{5239B4FA-FD22-4A18-B95D-045C318AE9B0}" destId="{8209EC9E-AFB7-4BAF-A5CF-69BB2EEDBBEE}" srcOrd="0" destOrd="0" presId="urn:microsoft.com/office/officeart/2018/2/layout/IconCircleList"/>
    <dgm:cxn modelId="{CDAC6B96-F2E3-44A4-BA0E-C1E281399AB9}" type="presOf" srcId="{539717A0-EF8A-4B75-9FCB-CE59173E5EFF}" destId="{01F6904B-18DA-475E-864E-6F407DBE0DCB}" srcOrd="0" destOrd="0" presId="urn:microsoft.com/office/officeart/2018/2/layout/IconCircleList"/>
    <dgm:cxn modelId="{57BE3CA7-13EE-447F-B087-4A6FFF27E23E}" type="presOf" srcId="{1EE21259-5A74-418C-B5D8-19E297B0E0AC}" destId="{73CCA812-67D3-48A5-A395-4C2CE6CB419C}" srcOrd="0" destOrd="0" presId="urn:microsoft.com/office/officeart/2018/2/layout/IconCircleList"/>
    <dgm:cxn modelId="{AFBA87B9-F084-4ADD-B99E-5ACC4A1E2FD7}" srcId="{C5F6CA50-5DAB-4FD2-A959-0596971136EE}" destId="{FF4A49C7-DAF9-414F-AC0A-2CD8BF5721C0}" srcOrd="3" destOrd="0" parTransId="{55462226-D572-4E51-8EA4-706CA0B91856}" sibTransId="{73DC9FC3-7C58-4B03-A3A0-A0057E3C605F}"/>
    <dgm:cxn modelId="{6AE5DBBD-09A4-4AC7-B5A4-F4EDC4B7E7CC}" type="presOf" srcId="{3D9BC3C1-55F7-4AF1-BCF3-3DE24115FFAD}" destId="{83BCB207-96D2-442A-85A4-54E622C0E6D0}" srcOrd="0" destOrd="0" presId="urn:microsoft.com/office/officeart/2018/2/layout/IconCircleList"/>
    <dgm:cxn modelId="{EA768BED-F861-4533-8338-EE12146E6749}" type="presOf" srcId="{0FF1CA96-BB76-406A-9C13-6EB4EA17DCF1}" destId="{CAC44049-AF75-42D0-98E2-F3A5A03C2250}" srcOrd="0" destOrd="0" presId="urn:microsoft.com/office/officeart/2018/2/layout/IconCircleList"/>
    <dgm:cxn modelId="{2E70EAED-4D78-4229-BBAA-11FAE9A641E7}" srcId="{C5F6CA50-5DAB-4FD2-A959-0596971136EE}" destId="{3D9BC3C1-55F7-4AF1-BCF3-3DE24115FFAD}" srcOrd="1" destOrd="0" parTransId="{C5E0D0DB-95BD-4685-BA01-51276C5A3B38}" sibTransId="{0FF1CA96-BB76-406A-9C13-6EB4EA17DCF1}"/>
    <dgm:cxn modelId="{23ECD65C-9AD5-4F1D-8D7E-E1001DB70F0C}" type="presParOf" srcId="{127B1A42-B209-4A91-B596-41EF4DE775BB}" destId="{2510E737-328F-4578-A1B8-E163E000571E}" srcOrd="0" destOrd="0" presId="urn:microsoft.com/office/officeart/2018/2/layout/IconCircleList"/>
    <dgm:cxn modelId="{2F809F8A-6449-46D8-928A-D507C3B850B2}" type="presParOf" srcId="{2510E737-328F-4578-A1B8-E163E000571E}" destId="{8E3FDFEA-9ADD-435E-8295-6DA360E7EFEE}" srcOrd="0" destOrd="0" presId="urn:microsoft.com/office/officeart/2018/2/layout/IconCircleList"/>
    <dgm:cxn modelId="{A1C86FC7-A1AC-495F-AA71-6CEB5964DBA1}" type="presParOf" srcId="{8E3FDFEA-9ADD-435E-8295-6DA360E7EFEE}" destId="{B6A82B4B-C08A-481B-A7CB-C09A300765AD}" srcOrd="0" destOrd="0" presId="urn:microsoft.com/office/officeart/2018/2/layout/IconCircleList"/>
    <dgm:cxn modelId="{B0D464D4-15BF-4616-BD4B-8448933D3C40}" type="presParOf" srcId="{8E3FDFEA-9ADD-435E-8295-6DA360E7EFEE}" destId="{18699B02-09E5-4C3B-A5A1-C13933204812}" srcOrd="1" destOrd="0" presId="urn:microsoft.com/office/officeart/2018/2/layout/IconCircleList"/>
    <dgm:cxn modelId="{C897D8F5-85FC-4D94-A830-9C4C9A3EAB4E}" type="presParOf" srcId="{8E3FDFEA-9ADD-435E-8295-6DA360E7EFEE}" destId="{B3268BCC-949F-46EF-8F0F-020D8E15430B}" srcOrd="2" destOrd="0" presId="urn:microsoft.com/office/officeart/2018/2/layout/IconCircleList"/>
    <dgm:cxn modelId="{DE0BE95C-A1FB-428A-B573-AC9F5D46340A}" type="presParOf" srcId="{8E3FDFEA-9ADD-435E-8295-6DA360E7EFEE}" destId="{01F6904B-18DA-475E-864E-6F407DBE0DCB}" srcOrd="3" destOrd="0" presId="urn:microsoft.com/office/officeart/2018/2/layout/IconCircleList"/>
    <dgm:cxn modelId="{35368DD8-5AD0-4D3C-85E9-A447BB736F08}" type="presParOf" srcId="{2510E737-328F-4578-A1B8-E163E000571E}" destId="{73CCA812-67D3-48A5-A395-4C2CE6CB419C}" srcOrd="1" destOrd="0" presId="urn:microsoft.com/office/officeart/2018/2/layout/IconCircleList"/>
    <dgm:cxn modelId="{A6994516-8D2C-4A96-9F77-F5D62271E7EA}" type="presParOf" srcId="{2510E737-328F-4578-A1B8-E163E000571E}" destId="{EF6F863A-9BC0-47A5-9A55-B14EDF170A6F}" srcOrd="2" destOrd="0" presId="urn:microsoft.com/office/officeart/2018/2/layout/IconCircleList"/>
    <dgm:cxn modelId="{4BD5BE68-8FAA-4F63-A325-AA33A9F45922}" type="presParOf" srcId="{EF6F863A-9BC0-47A5-9A55-B14EDF170A6F}" destId="{69B7C3BB-D970-4576-8CB8-DFE2219364F6}" srcOrd="0" destOrd="0" presId="urn:microsoft.com/office/officeart/2018/2/layout/IconCircleList"/>
    <dgm:cxn modelId="{74960ECD-EB68-4ED1-B641-C1391838A96F}" type="presParOf" srcId="{EF6F863A-9BC0-47A5-9A55-B14EDF170A6F}" destId="{11A3E0D4-8BCA-46B9-AAB7-604822E28E90}" srcOrd="1" destOrd="0" presId="urn:microsoft.com/office/officeart/2018/2/layout/IconCircleList"/>
    <dgm:cxn modelId="{E2F969B3-9DC8-42FE-8569-C53F197D2D57}" type="presParOf" srcId="{EF6F863A-9BC0-47A5-9A55-B14EDF170A6F}" destId="{28CC50DA-52F1-435A-823F-6CB964208F2C}" srcOrd="2" destOrd="0" presId="urn:microsoft.com/office/officeart/2018/2/layout/IconCircleList"/>
    <dgm:cxn modelId="{413263C6-4A7E-4673-9E6E-1997D557B3F5}" type="presParOf" srcId="{EF6F863A-9BC0-47A5-9A55-B14EDF170A6F}" destId="{83BCB207-96D2-442A-85A4-54E622C0E6D0}" srcOrd="3" destOrd="0" presId="urn:microsoft.com/office/officeart/2018/2/layout/IconCircleList"/>
    <dgm:cxn modelId="{C3D8BF4C-966A-401A-86C9-C2B24EC6C668}" type="presParOf" srcId="{2510E737-328F-4578-A1B8-E163E000571E}" destId="{CAC44049-AF75-42D0-98E2-F3A5A03C2250}" srcOrd="3" destOrd="0" presId="urn:microsoft.com/office/officeart/2018/2/layout/IconCircleList"/>
    <dgm:cxn modelId="{C302A88E-85D7-4C94-9CB7-044092098137}" type="presParOf" srcId="{2510E737-328F-4578-A1B8-E163E000571E}" destId="{64C19C24-891C-433F-9596-452922433341}" srcOrd="4" destOrd="0" presId="urn:microsoft.com/office/officeart/2018/2/layout/IconCircleList"/>
    <dgm:cxn modelId="{CEE60A4E-DAFD-4290-9688-AA6069EE46A3}" type="presParOf" srcId="{64C19C24-891C-433F-9596-452922433341}" destId="{98F84834-F810-4EFC-BFC3-AA641E6A336E}" srcOrd="0" destOrd="0" presId="urn:microsoft.com/office/officeart/2018/2/layout/IconCircleList"/>
    <dgm:cxn modelId="{9041BEFC-1514-4AD9-85DA-7D13E2B2480F}" type="presParOf" srcId="{64C19C24-891C-433F-9596-452922433341}" destId="{0FDD0435-742F-4A98-B4EA-20C4E87CA27C}" srcOrd="1" destOrd="0" presId="urn:microsoft.com/office/officeart/2018/2/layout/IconCircleList"/>
    <dgm:cxn modelId="{42B36695-34D4-4D4D-BD2A-5E3F8F2B2E0F}" type="presParOf" srcId="{64C19C24-891C-433F-9596-452922433341}" destId="{3DF97B4E-E00D-48F4-9016-707862A996E0}" srcOrd="2" destOrd="0" presId="urn:microsoft.com/office/officeart/2018/2/layout/IconCircleList"/>
    <dgm:cxn modelId="{08E5F2CD-649C-4A23-B568-A89FA0D05088}" type="presParOf" srcId="{64C19C24-891C-433F-9596-452922433341}" destId="{8209EC9E-AFB7-4BAF-A5CF-69BB2EEDBBEE}" srcOrd="3" destOrd="0" presId="urn:microsoft.com/office/officeart/2018/2/layout/IconCircleList"/>
    <dgm:cxn modelId="{2E91A020-813B-46AA-BF8B-0E555FC08108}" type="presParOf" srcId="{2510E737-328F-4578-A1B8-E163E000571E}" destId="{E4543E2D-8D1F-4866-B371-6E721C33FC00}" srcOrd="5" destOrd="0" presId="urn:microsoft.com/office/officeart/2018/2/layout/IconCircleList"/>
    <dgm:cxn modelId="{ADC25D55-27B3-43B9-BA8A-B8B569D2BA7A}" type="presParOf" srcId="{2510E737-328F-4578-A1B8-E163E000571E}" destId="{73BD7B54-55EB-4850-B4FD-5A4A2F79FF28}" srcOrd="6" destOrd="0" presId="urn:microsoft.com/office/officeart/2018/2/layout/IconCircleList"/>
    <dgm:cxn modelId="{332E85E0-3ECA-4926-AC1B-CF51644253C8}" type="presParOf" srcId="{73BD7B54-55EB-4850-B4FD-5A4A2F79FF28}" destId="{CB3E5409-BBA9-4170-A265-D09AAC9751D8}" srcOrd="0" destOrd="0" presId="urn:microsoft.com/office/officeart/2018/2/layout/IconCircleList"/>
    <dgm:cxn modelId="{324D8F42-BCED-45C7-81D7-D378BC7BB14A}" type="presParOf" srcId="{73BD7B54-55EB-4850-B4FD-5A4A2F79FF28}" destId="{EFC93A69-F6AB-45BA-94B9-15FD493BF5B5}" srcOrd="1" destOrd="0" presId="urn:microsoft.com/office/officeart/2018/2/layout/IconCircleList"/>
    <dgm:cxn modelId="{8AC8F58B-BD5E-48EA-9F7E-A7AFA9254FF1}" type="presParOf" srcId="{73BD7B54-55EB-4850-B4FD-5A4A2F79FF28}" destId="{95225AB7-2731-4516-933B-8FC62554BC38}" srcOrd="2" destOrd="0" presId="urn:microsoft.com/office/officeart/2018/2/layout/IconCircleList"/>
    <dgm:cxn modelId="{187B2D8F-39A1-4A44-9E15-F13CD54848E8}" type="presParOf" srcId="{73BD7B54-55EB-4850-B4FD-5A4A2F79FF28}" destId="{2CAB8B93-637F-4F65-AAFD-A76EA315CB8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8157D5-082E-4E14-AA11-2F37A422FC2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D8A178-E469-42FE-B16A-BDD7B313D64B}">
      <dgm:prSet/>
      <dgm:spPr/>
      <dgm:t>
        <a:bodyPr/>
        <a:lstStyle/>
        <a:p>
          <a:r>
            <a:rPr lang="es-CO" dirty="0"/>
            <a:t>Elevación (ALOS PALSAR)</a:t>
          </a:r>
          <a:endParaRPr lang="en-US" dirty="0"/>
        </a:p>
      </dgm:t>
    </dgm:pt>
    <dgm:pt modelId="{AFB25F61-37E6-4F5D-9D0D-A56F9FD3176A}" type="parTrans" cxnId="{9CCD0704-436B-4E25-81BB-3A6DEF5582E4}">
      <dgm:prSet/>
      <dgm:spPr/>
      <dgm:t>
        <a:bodyPr/>
        <a:lstStyle/>
        <a:p>
          <a:endParaRPr lang="en-US"/>
        </a:p>
      </dgm:t>
    </dgm:pt>
    <dgm:pt modelId="{73E2053D-C07B-480E-8612-21524C7268E1}" type="sibTrans" cxnId="{9CCD0704-436B-4E25-81BB-3A6DEF5582E4}">
      <dgm:prSet/>
      <dgm:spPr/>
      <dgm:t>
        <a:bodyPr/>
        <a:lstStyle/>
        <a:p>
          <a:endParaRPr lang="en-US"/>
        </a:p>
      </dgm:t>
    </dgm:pt>
    <dgm:pt modelId="{DCBEB1E3-3CA2-4BEA-A74E-34EDD89CF3DA}">
      <dgm:prSet/>
      <dgm:spPr/>
      <dgm:t>
        <a:bodyPr/>
        <a:lstStyle/>
        <a:p>
          <a:r>
            <a:rPr lang="es-CO" dirty="0"/>
            <a:t>Pendiente (DEM)</a:t>
          </a:r>
          <a:endParaRPr lang="en-US" dirty="0"/>
        </a:p>
      </dgm:t>
    </dgm:pt>
    <dgm:pt modelId="{5986801B-8BE6-4376-9612-83886B847E39}" type="parTrans" cxnId="{75953636-F80F-4990-A1F8-F7C3E541AECE}">
      <dgm:prSet/>
      <dgm:spPr/>
      <dgm:t>
        <a:bodyPr/>
        <a:lstStyle/>
        <a:p>
          <a:endParaRPr lang="en-US"/>
        </a:p>
      </dgm:t>
    </dgm:pt>
    <dgm:pt modelId="{7CA953F0-B725-46B2-98E7-864BDFDD3E94}" type="sibTrans" cxnId="{75953636-F80F-4990-A1F8-F7C3E541AECE}">
      <dgm:prSet/>
      <dgm:spPr/>
      <dgm:t>
        <a:bodyPr/>
        <a:lstStyle/>
        <a:p>
          <a:endParaRPr lang="en-US"/>
        </a:p>
      </dgm:t>
    </dgm:pt>
    <dgm:pt modelId="{9A3A5C36-4FF8-4A3E-A08E-3DBAA14C5513}">
      <dgm:prSet/>
      <dgm:spPr/>
      <dgm:t>
        <a:bodyPr/>
        <a:lstStyle/>
        <a:p>
          <a:r>
            <a:rPr lang="es-CO" dirty="0"/>
            <a:t>Aspecto (DEM)</a:t>
          </a:r>
          <a:endParaRPr lang="en-US" dirty="0"/>
        </a:p>
      </dgm:t>
    </dgm:pt>
    <dgm:pt modelId="{DFF01824-D853-4DDC-83DA-D4A9022F7530}" type="parTrans" cxnId="{B0C66491-0457-4D49-A369-5FAFE2472E0F}">
      <dgm:prSet/>
      <dgm:spPr/>
      <dgm:t>
        <a:bodyPr/>
        <a:lstStyle/>
        <a:p>
          <a:endParaRPr lang="en-US"/>
        </a:p>
      </dgm:t>
    </dgm:pt>
    <dgm:pt modelId="{7DBED678-B723-4AFC-BF86-B5C1844778D5}" type="sibTrans" cxnId="{B0C66491-0457-4D49-A369-5FAFE2472E0F}">
      <dgm:prSet/>
      <dgm:spPr/>
      <dgm:t>
        <a:bodyPr/>
        <a:lstStyle/>
        <a:p>
          <a:endParaRPr lang="en-US"/>
        </a:p>
      </dgm:t>
    </dgm:pt>
    <dgm:pt modelId="{A870EF97-D1FB-47D2-9384-6EE3E45623D6}">
      <dgm:prSet/>
      <dgm:spPr/>
      <dgm:t>
        <a:bodyPr/>
        <a:lstStyle/>
        <a:p>
          <a:r>
            <a:rPr lang="es-CO" dirty="0"/>
            <a:t>Curvatura (DEM)</a:t>
          </a:r>
          <a:endParaRPr lang="en-US" dirty="0"/>
        </a:p>
      </dgm:t>
    </dgm:pt>
    <dgm:pt modelId="{193724B5-35C4-4CE0-82E9-084D9F825AEC}" type="parTrans" cxnId="{C43749B5-3D70-43DA-8CFE-77B2CF87AF6C}">
      <dgm:prSet/>
      <dgm:spPr/>
      <dgm:t>
        <a:bodyPr/>
        <a:lstStyle/>
        <a:p>
          <a:endParaRPr lang="en-US"/>
        </a:p>
      </dgm:t>
    </dgm:pt>
    <dgm:pt modelId="{B763D24C-65FD-4B69-9A89-2D555D7ECD5E}" type="sibTrans" cxnId="{C43749B5-3D70-43DA-8CFE-77B2CF87AF6C}">
      <dgm:prSet/>
      <dgm:spPr/>
      <dgm:t>
        <a:bodyPr/>
        <a:lstStyle/>
        <a:p>
          <a:endParaRPr lang="en-US"/>
        </a:p>
      </dgm:t>
    </dgm:pt>
    <dgm:pt modelId="{25E3CB49-5201-4D35-A48C-20EA59420123}">
      <dgm:prSet/>
      <dgm:spPr/>
      <dgm:t>
        <a:bodyPr/>
        <a:lstStyle/>
        <a:p>
          <a:r>
            <a:rPr lang="es-CO" dirty="0"/>
            <a:t>Geología (SGC)</a:t>
          </a:r>
          <a:endParaRPr lang="en-US" dirty="0"/>
        </a:p>
      </dgm:t>
    </dgm:pt>
    <dgm:pt modelId="{999062AF-3783-4081-99CF-95039F72249A}" type="parTrans" cxnId="{CA29BE8E-7CE1-4ED6-95E2-A68CC6DEFEE6}">
      <dgm:prSet/>
      <dgm:spPr/>
      <dgm:t>
        <a:bodyPr/>
        <a:lstStyle/>
        <a:p>
          <a:endParaRPr lang="en-US"/>
        </a:p>
      </dgm:t>
    </dgm:pt>
    <dgm:pt modelId="{33680D56-E7B3-46FF-803D-F21018037C62}" type="sibTrans" cxnId="{CA29BE8E-7CE1-4ED6-95E2-A68CC6DEFEE6}">
      <dgm:prSet/>
      <dgm:spPr/>
      <dgm:t>
        <a:bodyPr/>
        <a:lstStyle/>
        <a:p>
          <a:endParaRPr lang="en-US"/>
        </a:p>
      </dgm:t>
    </dgm:pt>
    <dgm:pt modelId="{0AE790C7-499B-42C0-AE20-91C40BAF7986}">
      <dgm:prSet/>
      <dgm:spPr/>
      <dgm:t>
        <a:bodyPr/>
        <a:lstStyle/>
        <a:p>
          <a:r>
            <a:rPr lang="es-CO" dirty="0"/>
            <a:t>Geomorfología (</a:t>
          </a:r>
          <a:r>
            <a:rPr lang="es-CO" dirty="0" err="1"/>
            <a:t>Geomorphons</a:t>
          </a:r>
          <a:r>
            <a:rPr lang="es-CO" dirty="0"/>
            <a:t>)</a:t>
          </a:r>
          <a:endParaRPr lang="en-US" dirty="0"/>
        </a:p>
      </dgm:t>
    </dgm:pt>
    <dgm:pt modelId="{A901F712-F4C3-469F-AA4A-06ABFDF53020}" type="parTrans" cxnId="{5229E15C-DD74-44CF-BEC8-E147D123237C}">
      <dgm:prSet/>
      <dgm:spPr/>
      <dgm:t>
        <a:bodyPr/>
        <a:lstStyle/>
        <a:p>
          <a:endParaRPr lang="en-US"/>
        </a:p>
      </dgm:t>
    </dgm:pt>
    <dgm:pt modelId="{F569E9A0-EE06-49E3-A6F9-374BEC648D07}" type="sibTrans" cxnId="{5229E15C-DD74-44CF-BEC8-E147D123237C}">
      <dgm:prSet/>
      <dgm:spPr/>
      <dgm:t>
        <a:bodyPr/>
        <a:lstStyle/>
        <a:p>
          <a:endParaRPr lang="en-US"/>
        </a:p>
      </dgm:t>
    </dgm:pt>
    <dgm:pt modelId="{359DB439-AFEC-4C5F-909E-2482E304AB39}">
      <dgm:prSet/>
      <dgm:spPr/>
      <dgm:t>
        <a:bodyPr/>
        <a:lstStyle/>
        <a:p>
          <a:r>
            <a:rPr lang="en-US" dirty="0"/>
            <a:t>Precipitation (CHIRPS)</a:t>
          </a:r>
        </a:p>
      </dgm:t>
    </dgm:pt>
    <dgm:pt modelId="{E22E3146-8690-4849-97E4-534B0EBD9D33}" type="parTrans" cxnId="{B26DF323-8358-4C9D-B560-F0AD7BC88ECD}">
      <dgm:prSet/>
      <dgm:spPr/>
      <dgm:t>
        <a:bodyPr/>
        <a:lstStyle/>
        <a:p>
          <a:endParaRPr lang="es-CO"/>
        </a:p>
      </dgm:t>
    </dgm:pt>
    <dgm:pt modelId="{93120AA4-C639-43FF-B7B2-33D11459C92E}" type="sibTrans" cxnId="{B26DF323-8358-4C9D-B560-F0AD7BC88ECD}">
      <dgm:prSet/>
      <dgm:spPr/>
      <dgm:t>
        <a:bodyPr/>
        <a:lstStyle/>
        <a:p>
          <a:endParaRPr lang="es-CO"/>
        </a:p>
      </dgm:t>
    </dgm:pt>
    <dgm:pt modelId="{DB8F7809-E7CA-4E98-9221-9C7A2ECFFAEA}" type="pres">
      <dgm:prSet presAssocID="{4E8157D5-082E-4E14-AA11-2F37A422FC20}" presName="diagram" presStyleCnt="0">
        <dgm:presLayoutVars>
          <dgm:dir/>
          <dgm:resizeHandles val="exact"/>
        </dgm:presLayoutVars>
      </dgm:prSet>
      <dgm:spPr/>
    </dgm:pt>
    <dgm:pt modelId="{15728153-9AFB-496A-AA94-A1D17D57B59B}" type="pres">
      <dgm:prSet presAssocID="{3FD8A178-E469-42FE-B16A-BDD7B313D64B}" presName="node" presStyleLbl="node1" presStyleIdx="0" presStyleCnt="7" custScaleX="115351">
        <dgm:presLayoutVars>
          <dgm:bulletEnabled val="1"/>
        </dgm:presLayoutVars>
      </dgm:prSet>
      <dgm:spPr/>
    </dgm:pt>
    <dgm:pt modelId="{89AC3DC6-9008-4904-85B6-D2C2A44B6BB7}" type="pres">
      <dgm:prSet presAssocID="{73E2053D-C07B-480E-8612-21524C7268E1}" presName="sibTrans" presStyleCnt="0"/>
      <dgm:spPr/>
    </dgm:pt>
    <dgm:pt modelId="{593782BE-2DE4-4F09-9AF9-598AA9950C50}" type="pres">
      <dgm:prSet presAssocID="{DCBEB1E3-3CA2-4BEA-A74E-34EDD89CF3DA}" presName="node" presStyleLbl="node1" presStyleIdx="1" presStyleCnt="7">
        <dgm:presLayoutVars>
          <dgm:bulletEnabled val="1"/>
        </dgm:presLayoutVars>
      </dgm:prSet>
      <dgm:spPr/>
    </dgm:pt>
    <dgm:pt modelId="{3A30ED2D-C5D2-418D-87B2-71C488FBA8F5}" type="pres">
      <dgm:prSet presAssocID="{7CA953F0-B725-46B2-98E7-864BDFDD3E94}" presName="sibTrans" presStyleCnt="0"/>
      <dgm:spPr/>
    </dgm:pt>
    <dgm:pt modelId="{CC2DC77D-7563-4596-A1C0-48808CFF4FA8}" type="pres">
      <dgm:prSet presAssocID="{9A3A5C36-4FF8-4A3E-A08E-3DBAA14C5513}" presName="node" presStyleLbl="node1" presStyleIdx="2" presStyleCnt="7">
        <dgm:presLayoutVars>
          <dgm:bulletEnabled val="1"/>
        </dgm:presLayoutVars>
      </dgm:prSet>
      <dgm:spPr/>
    </dgm:pt>
    <dgm:pt modelId="{0C43D8C7-2AA0-46C8-B8D0-B19EEF7B215B}" type="pres">
      <dgm:prSet presAssocID="{7DBED678-B723-4AFC-BF86-B5C1844778D5}" presName="sibTrans" presStyleCnt="0"/>
      <dgm:spPr/>
    </dgm:pt>
    <dgm:pt modelId="{EE716BC8-874C-4E0A-995B-9FE109C7C00D}" type="pres">
      <dgm:prSet presAssocID="{A870EF97-D1FB-47D2-9384-6EE3E45623D6}" presName="node" presStyleLbl="node1" presStyleIdx="3" presStyleCnt="7">
        <dgm:presLayoutVars>
          <dgm:bulletEnabled val="1"/>
        </dgm:presLayoutVars>
      </dgm:prSet>
      <dgm:spPr/>
    </dgm:pt>
    <dgm:pt modelId="{378021CF-5A32-4A1F-AA0F-490733E97329}" type="pres">
      <dgm:prSet presAssocID="{B763D24C-65FD-4B69-9A89-2D555D7ECD5E}" presName="sibTrans" presStyleCnt="0"/>
      <dgm:spPr/>
    </dgm:pt>
    <dgm:pt modelId="{45A714B6-3989-49FD-B0F2-2824CF623FEA}" type="pres">
      <dgm:prSet presAssocID="{25E3CB49-5201-4D35-A48C-20EA59420123}" presName="node" presStyleLbl="node1" presStyleIdx="4" presStyleCnt="7">
        <dgm:presLayoutVars>
          <dgm:bulletEnabled val="1"/>
        </dgm:presLayoutVars>
      </dgm:prSet>
      <dgm:spPr/>
    </dgm:pt>
    <dgm:pt modelId="{2C8AE432-7C0D-4B8C-B48E-D30D13521B2E}" type="pres">
      <dgm:prSet presAssocID="{33680D56-E7B3-46FF-803D-F21018037C62}" presName="sibTrans" presStyleCnt="0"/>
      <dgm:spPr/>
    </dgm:pt>
    <dgm:pt modelId="{993A3787-85FC-454E-A77B-98A12820FF9F}" type="pres">
      <dgm:prSet presAssocID="{0AE790C7-499B-42C0-AE20-91C40BAF7986}" presName="node" presStyleLbl="node1" presStyleIdx="5" presStyleCnt="7">
        <dgm:presLayoutVars>
          <dgm:bulletEnabled val="1"/>
        </dgm:presLayoutVars>
      </dgm:prSet>
      <dgm:spPr/>
    </dgm:pt>
    <dgm:pt modelId="{AA864F5D-C697-45E5-8DC4-3B31F353E894}" type="pres">
      <dgm:prSet presAssocID="{F569E9A0-EE06-49E3-A6F9-374BEC648D07}" presName="sibTrans" presStyleCnt="0"/>
      <dgm:spPr/>
    </dgm:pt>
    <dgm:pt modelId="{E49CB7F7-FEDA-4BB3-AD99-A1CA3AD05779}" type="pres">
      <dgm:prSet presAssocID="{359DB439-AFEC-4C5F-909E-2482E304AB39}" presName="node" presStyleLbl="node1" presStyleIdx="6" presStyleCnt="7">
        <dgm:presLayoutVars>
          <dgm:bulletEnabled val="1"/>
        </dgm:presLayoutVars>
      </dgm:prSet>
      <dgm:spPr/>
    </dgm:pt>
  </dgm:ptLst>
  <dgm:cxnLst>
    <dgm:cxn modelId="{9CCD0704-436B-4E25-81BB-3A6DEF5582E4}" srcId="{4E8157D5-082E-4E14-AA11-2F37A422FC20}" destId="{3FD8A178-E469-42FE-B16A-BDD7B313D64B}" srcOrd="0" destOrd="0" parTransId="{AFB25F61-37E6-4F5D-9D0D-A56F9FD3176A}" sibTransId="{73E2053D-C07B-480E-8612-21524C7268E1}"/>
    <dgm:cxn modelId="{B26DF323-8358-4C9D-B560-F0AD7BC88ECD}" srcId="{4E8157D5-082E-4E14-AA11-2F37A422FC20}" destId="{359DB439-AFEC-4C5F-909E-2482E304AB39}" srcOrd="6" destOrd="0" parTransId="{E22E3146-8690-4849-97E4-534B0EBD9D33}" sibTransId="{93120AA4-C639-43FF-B7B2-33D11459C92E}"/>
    <dgm:cxn modelId="{75953636-F80F-4990-A1F8-F7C3E541AECE}" srcId="{4E8157D5-082E-4E14-AA11-2F37A422FC20}" destId="{DCBEB1E3-3CA2-4BEA-A74E-34EDD89CF3DA}" srcOrd="1" destOrd="0" parTransId="{5986801B-8BE6-4376-9612-83886B847E39}" sibTransId="{7CA953F0-B725-46B2-98E7-864BDFDD3E94}"/>
    <dgm:cxn modelId="{5229E15C-DD74-44CF-BEC8-E147D123237C}" srcId="{4E8157D5-082E-4E14-AA11-2F37A422FC20}" destId="{0AE790C7-499B-42C0-AE20-91C40BAF7986}" srcOrd="5" destOrd="0" parTransId="{A901F712-F4C3-469F-AA4A-06ABFDF53020}" sibTransId="{F569E9A0-EE06-49E3-A6F9-374BEC648D07}"/>
    <dgm:cxn modelId="{E2463063-1CEB-4F41-A7A9-1EFA85469E5C}" type="presOf" srcId="{9A3A5C36-4FF8-4A3E-A08E-3DBAA14C5513}" destId="{CC2DC77D-7563-4596-A1C0-48808CFF4FA8}" srcOrd="0" destOrd="0" presId="urn:microsoft.com/office/officeart/2005/8/layout/default"/>
    <dgm:cxn modelId="{CA29BE8E-7CE1-4ED6-95E2-A68CC6DEFEE6}" srcId="{4E8157D5-082E-4E14-AA11-2F37A422FC20}" destId="{25E3CB49-5201-4D35-A48C-20EA59420123}" srcOrd="4" destOrd="0" parTransId="{999062AF-3783-4081-99CF-95039F72249A}" sibTransId="{33680D56-E7B3-46FF-803D-F21018037C62}"/>
    <dgm:cxn modelId="{D7490190-FDE9-4C8B-9EE9-0ED5875D39B4}" type="presOf" srcId="{A870EF97-D1FB-47D2-9384-6EE3E45623D6}" destId="{EE716BC8-874C-4E0A-995B-9FE109C7C00D}" srcOrd="0" destOrd="0" presId="urn:microsoft.com/office/officeart/2005/8/layout/default"/>
    <dgm:cxn modelId="{B0C66491-0457-4D49-A369-5FAFE2472E0F}" srcId="{4E8157D5-082E-4E14-AA11-2F37A422FC20}" destId="{9A3A5C36-4FF8-4A3E-A08E-3DBAA14C5513}" srcOrd="2" destOrd="0" parTransId="{DFF01824-D853-4DDC-83DA-D4A9022F7530}" sibTransId="{7DBED678-B723-4AFC-BF86-B5C1844778D5}"/>
    <dgm:cxn modelId="{6E560BA1-F4FB-4212-A2FA-8804E85A283B}" type="presOf" srcId="{0AE790C7-499B-42C0-AE20-91C40BAF7986}" destId="{993A3787-85FC-454E-A77B-98A12820FF9F}" srcOrd="0" destOrd="0" presId="urn:microsoft.com/office/officeart/2005/8/layout/default"/>
    <dgm:cxn modelId="{1FE1DCAE-C5FA-4AFC-9449-2F97603D9E1E}" type="presOf" srcId="{3FD8A178-E469-42FE-B16A-BDD7B313D64B}" destId="{15728153-9AFB-496A-AA94-A1D17D57B59B}" srcOrd="0" destOrd="0" presId="urn:microsoft.com/office/officeart/2005/8/layout/default"/>
    <dgm:cxn modelId="{00FCCFB1-F50F-40BB-804D-31AB8C1177CB}" type="presOf" srcId="{359DB439-AFEC-4C5F-909E-2482E304AB39}" destId="{E49CB7F7-FEDA-4BB3-AD99-A1CA3AD05779}" srcOrd="0" destOrd="0" presId="urn:microsoft.com/office/officeart/2005/8/layout/default"/>
    <dgm:cxn modelId="{C43749B5-3D70-43DA-8CFE-77B2CF87AF6C}" srcId="{4E8157D5-082E-4E14-AA11-2F37A422FC20}" destId="{A870EF97-D1FB-47D2-9384-6EE3E45623D6}" srcOrd="3" destOrd="0" parTransId="{193724B5-35C4-4CE0-82E9-084D9F825AEC}" sibTransId="{B763D24C-65FD-4B69-9A89-2D555D7ECD5E}"/>
    <dgm:cxn modelId="{4B47ACD7-61E8-4251-95BD-CE9D97032510}" type="presOf" srcId="{DCBEB1E3-3CA2-4BEA-A74E-34EDD89CF3DA}" destId="{593782BE-2DE4-4F09-9AF9-598AA9950C50}" srcOrd="0" destOrd="0" presId="urn:microsoft.com/office/officeart/2005/8/layout/default"/>
    <dgm:cxn modelId="{36341AE5-3AE8-431C-9834-66DE90D9CEFD}" type="presOf" srcId="{25E3CB49-5201-4D35-A48C-20EA59420123}" destId="{45A714B6-3989-49FD-B0F2-2824CF623FEA}" srcOrd="0" destOrd="0" presId="urn:microsoft.com/office/officeart/2005/8/layout/default"/>
    <dgm:cxn modelId="{6EFACDF4-91ED-4A88-8338-3EAE31E85ECA}" type="presOf" srcId="{4E8157D5-082E-4E14-AA11-2F37A422FC20}" destId="{DB8F7809-E7CA-4E98-9221-9C7A2ECFFAEA}" srcOrd="0" destOrd="0" presId="urn:microsoft.com/office/officeart/2005/8/layout/default"/>
    <dgm:cxn modelId="{3A710E7A-8D75-464F-A447-C1690FF248B0}" type="presParOf" srcId="{DB8F7809-E7CA-4E98-9221-9C7A2ECFFAEA}" destId="{15728153-9AFB-496A-AA94-A1D17D57B59B}" srcOrd="0" destOrd="0" presId="urn:microsoft.com/office/officeart/2005/8/layout/default"/>
    <dgm:cxn modelId="{EA38D4DD-DA6E-4E73-A1DE-C99992D357D8}" type="presParOf" srcId="{DB8F7809-E7CA-4E98-9221-9C7A2ECFFAEA}" destId="{89AC3DC6-9008-4904-85B6-D2C2A44B6BB7}" srcOrd="1" destOrd="0" presId="urn:microsoft.com/office/officeart/2005/8/layout/default"/>
    <dgm:cxn modelId="{B5994AD1-1911-4080-B6BE-4E6024446ABC}" type="presParOf" srcId="{DB8F7809-E7CA-4E98-9221-9C7A2ECFFAEA}" destId="{593782BE-2DE4-4F09-9AF9-598AA9950C50}" srcOrd="2" destOrd="0" presId="urn:microsoft.com/office/officeart/2005/8/layout/default"/>
    <dgm:cxn modelId="{322D1506-8E17-439B-9085-3D6201CBE946}" type="presParOf" srcId="{DB8F7809-E7CA-4E98-9221-9C7A2ECFFAEA}" destId="{3A30ED2D-C5D2-418D-87B2-71C488FBA8F5}" srcOrd="3" destOrd="0" presId="urn:microsoft.com/office/officeart/2005/8/layout/default"/>
    <dgm:cxn modelId="{EBA3ACFB-6E58-4651-9AFB-236466EA82DF}" type="presParOf" srcId="{DB8F7809-E7CA-4E98-9221-9C7A2ECFFAEA}" destId="{CC2DC77D-7563-4596-A1C0-48808CFF4FA8}" srcOrd="4" destOrd="0" presId="urn:microsoft.com/office/officeart/2005/8/layout/default"/>
    <dgm:cxn modelId="{D262A5F3-88F8-4F0B-B9DD-657F025D990B}" type="presParOf" srcId="{DB8F7809-E7CA-4E98-9221-9C7A2ECFFAEA}" destId="{0C43D8C7-2AA0-46C8-B8D0-B19EEF7B215B}" srcOrd="5" destOrd="0" presId="urn:microsoft.com/office/officeart/2005/8/layout/default"/>
    <dgm:cxn modelId="{91360AC2-7700-4BD7-A928-C5BB897FF693}" type="presParOf" srcId="{DB8F7809-E7CA-4E98-9221-9C7A2ECFFAEA}" destId="{EE716BC8-874C-4E0A-995B-9FE109C7C00D}" srcOrd="6" destOrd="0" presId="urn:microsoft.com/office/officeart/2005/8/layout/default"/>
    <dgm:cxn modelId="{1AC4A41A-8B48-4F58-B822-99B6B383302E}" type="presParOf" srcId="{DB8F7809-E7CA-4E98-9221-9C7A2ECFFAEA}" destId="{378021CF-5A32-4A1F-AA0F-490733E97329}" srcOrd="7" destOrd="0" presId="urn:microsoft.com/office/officeart/2005/8/layout/default"/>
    <dgm:cxn modelId="{FC40AF03-D88E-4EB6-8020-11973989C5BB}" type="presParOf" srcId="{DB8F7809-E7CA-4E98-9221-9C7A2ECFFAEA}" destId="{45A714B6-3989-49FD-B0F2-2824CF623FEA}" srcOrd="8" destOrd="0" presId="urn:microsoft.com/office/officeart/2005/8/layout/default"/>
    <dgm:cxn modelId="{802CCD32-CD75-4ECC-9FD9-C8C10290BCC7}" type="presParOf" srcId="{DB8F7809-E7CA-4E98-9221-9C7A2ECFFAEA}" destId="{2C8AE432-7C0D-4B8C-B48E-D30D13521B2E}" srcOrd="9" destOrd="0" presId="urn:microsoft.com/office/officeart/2005/8/layout/default"/>
    <dgm:cxn modelId="{98294DB9-E798-4F6F-95A0-395579BFC9A6}" type="presParOf" srcId="{DB8F7809-E7CA-4E98-9221-9C7A2ECFFAEA}" destId="{993A3787-85FC-454E-A77B-98A12820FF9F}" srcOrd="10" destOrd="0" presId="urn:microsoft.com/office/officeart/2005/8/layout/default"/>
    <dgm:cxn modelId="{878F731C-2790-421C-A277-8E6517C3F839}" type="presParOf" srcId="{DB8F7809-E7CA-4E98-9221-9C7A2ECFFAEA}" destId="{AA864F5D-C697-45E5-8DC4-3B31F353E894}" srcOrd="11" destOrd="0" presId="urn:microsoft.com/office/officeart/2005/8/layout/default"/>
    <dgm:cxn modelId="{33652539-C038-40E9-9365-6D0CE15AB4F0}" type="presParOf" srcId="{DB8F7809-E7CA-4E98-9221-9C7A2ECFFAEA}" destId="{E49CB7F7-FEDA-4BB3-AD99-A1CA3AD0577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BB1924-EAAD-4584-963D-2E18FE61D1C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C2EB3C7-DFA8-4200-825F-9C8998252E6A}">
      <dgm:prSet/>
      <dgm:spPr/>
      <dgm:t>
        <a:bodyPr/>
        <a:lstStyle/>
        <a:p>
          <a:pPr>
            <a:defRPr cap="all"/>
          </a:pPr>
          <a:r>
            <a:rPr lang="es-CO"/>
            <a:t>Inventario de movimientos en masa.</a:t>
          </a:r>
          <a:endParaRPr lang="en-US"/>
        </a:p>
      </dgm:t>
    </dgm:pt>
    <dgm:pt modelId="{21D76E75-B6BC-4DE1-8439-EA6F6C8EA046}" type="parTrans" cxnId="{CAE6059C-C1BD-454D-B8F7-7CB01613B264}">
      <dgm:prSet/>
      <dgm:spPr/>
      <dgm:t>
        <a:bodyPr/>
        <a:lstStyle/>
        <a:p>
          <a:endParaRPr lang="en-US"/>
        </a:p>
      </dgm:t>
    </dgm:pt>
    <dgm:pt modelId="{5B0AD9E1-43D1-4BA6-9664-B66D79A14F01}" type="sibTrans" cxnId="{CAE6059C-C1BD-454D-B8F7-7CB01613B264}">
      <dgm:prSet/>
      <dgm:spPr/>
      <dgm:t>
        <a:bodyPr/>
        <a:lstStyle/>
        <a:p>
          <a:endParaRPr lang="en-US"/>
        </a:p>
      </dgm:t>
    </dgm:pt>
    <dgm:pt modelId="{D91D77CE-DB34-40EF-AE75-AF19010822FE}">
      <dgm:prSet/>
      <dgm:spPr/>
      <dgm:t>
        <a:bodyPr/>
        <a:lstStyle/>
        <a:p>
          <a:pPr>
            <a:defRPr cap="all"/>
          </a:pPr>
          <a:r>
            <a:rPr lang="es-CO"/>
            <a:t>Delimitación de la cuenca</a:t>
          </a:r>
          <a:endParaRPr lang="en-US"/>
        </a:p>
      </dgm:t>
    </dgm:pt>
    <dgm:pt modelId="{5B4961DF-879C-43A8-9A5B-944DEF3BA310}" type="parTrans" cxnId="{8EE40757-A287-4DD4-9250-2FD17CA4F99C}">
      <dgm:prSet/>
      <dgm:spPr/>
      <dgm:t>
        <a:bodyPr/>
        <a:lstStyle/>
        <a:p>
          <a:endParaRPr lang="en-US"/>
        </a:p>
      </dgm:t>
    </dgm:pt>
    <dgm:pt modelId="{C2FACBD1-BD38-4711-A14B-D3DA485F70A4}" type="sibTrans" cxnId="{8EE40757-A287-4DD4-9250-2FD17CA4F99C}">
      <dgm:prSet/>
      <dgm:spPr/>
      <dgm:t>
        <a:bodyPr/>
        <a:lstStyle/>
        <a:p>
          <a:endParaRPr lang="en-US"/>
        </a:p>
      </dgm:t>
    </dgm:pt>
    <dgm:pt modelId="{95C0566C-FA2B-43AE-B3B8-F7D95BF5DC53}" type="pres">
      <dgm:prSet presAssocID="{C8BB1924-EAAD-4584-963D-2E18FE61D1CB}" presName="root" presStyleCnt="0">
        <dgm:presLayoutVars>
          <dgm:dir/>
          <dgm:resizeHandles val="exact"/>
        </dgm:presLayoutVars>
      </dgm:prSet>
      <dgm:spPr/>
    </dgm:pt>
    <dgm:pt modelId="{564309B9-3D5F-47B2-8892-DCFC3A9EE23D}" type="pres">
      <dgm:prSet presAssocID="{1C2EB3C7-DFA8-4200-825F-9C8998252E6A}" presName="compNode" presStyleCnt="0"/>
      <dgm:spPr/>
    </dgm:pt>
    <dgm:pt modelId="{39FF06DC-950A-49DF-BFC2-10372A77C537}" type="pres">
      <dgm:prSet presAssocID="{1C2EB3C7-DFA8-4200-825F-9C8998252E6A}" presName="iconBgRect" presStyleLbl="bgShp" presStyleIdx="0" presStyleCnt="2"/>
      <dgm:spPr/>
    </dgm:pt>
    <dgm:pt modelId="{778FD931-E699-4E20-B60C-F33B24E512F4}" type="pres">
      <dgm:prSet presAssocID="{1C2EB3C7-DFA8-4200-825F-9C8998252E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2BED2E40-556B-428B-91E0-3C5E7EEC0231}" type="pres">
      <dgm:prSet presAssocID="{1C2EB3C7-DFA8-4200-825F-9C8998252E6A}" presName="spaceRect" presStyleCnt="0"/>
      <dgm:spPr/>
    </dgm:pt>
    <dgm:pt modelId="{AB99A180-7AF8-42CC-A845-5ADBB1D98C30}" type="pres">
      <dgm:prSet presAssocID="{1C2EB3C7-DFA8-4200-825F-9C8998252E6A}" presName="textRect" presStyleLbl="revTx" presStyleIdx="0" presStyleCnt="2">
        <dgm:presLayoutVars>
          <dgm:chMax val="1"/>
          <dgm:chPref val="1"/>
        </dgm:presLayoutVars>
      </dgm:prSet>
      <dgm:spPr/>
    </dgm:pt>
    <dgm:pt modelId="{A00075BE-31FB-4859-9249-342CCD9F12BD}" type="pres">
      <dgm:prSet presAssocID="{5B0AD9E1-43D1-4BA6-9664-B66D79A14F01}" presName="sibTrans" presStyleCnt="0"/>
      <dgm:spPr/>
    </dgm:pt>
    <dgm:pt modelId="{F24978B8-E38A-4C93-95CB-E597B7A5E851}" type="pres">
      <dgm:prSet presAssocID="{D91D77CE-DB34-40EF-AE75-AF19010822FE}" presName="compNode" presStyleCnt="0"/>
      <dgm:spPr/>
    </dgm:pt>
    <dgm:pt modelId="{FA8344A6-D078-452A-8891-BC2706024EE4}" type="pres">
      <dgm:prSet presAssocID="{D91D77CE-DB34-40EF-AE75-AF19010822FE}" presName="iconBgRect" presStyleLbl="bgShp" presStyleIdx="1" presStyleCnt="2"/>
      <dgm:spPr/>
    </dgm:pt>
    <dgm:pt modelId="{811F11E7-F031-49CB-BCB8-4A921865FEB7}" type="pres">
      <dgm:prSet presAssocID="{D91D77CE-DB34-40EF-AE75-AF19010822F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añas"/>
        </a:ext>
      </dgm:extLst>
    </dgm:pt>
    <dgm:pt modelId="{AC1E500E-9D9C-4751-81FC-A2DF9F2D2F46}" type="pres">
      <dgm:prSet presAssocID="{D91D77CE-DB34-40EF-AE75-AF19010822FE}" presName="spaceRect" presStyleCnt="0"/>
      <dgm:spPr/>
    </dgm:pt>
    <dgm:pt modelId="{4A748CFE-CA62-4BB8-918C-D71D68E655F2}" type="pres">
      <dgm:prSet presAssocID="{D91D77CE-DB34-40EF-AE75-AF19010822F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6A5785D-C9F3-47C7-A5FD-D872DFFA4055}" type="presOf" srcId="{D91D77CE-DB34-40EF-AE75-AF19010822FE}" destId="{4A748CFE-CA62-4BB8-918C-D71D68E655F2}" srcOrd="0" destOrd="0" presId="urn:microsoft.com/office/officeart/2018/5/layout/IconCircleLabelList"/>
    <dgm:cxn modelId="{8EE40757-A287-4DD4-9250-2FD17CA4F99C}" srcId="{C8BB1924-EAAD-4584-963D-2E18FE61D1CB}" destId="{D91D77CE-DB34-40EF-AE75-AF19010822FE}" srcOrd="1" destOrd="0" parTransId="{5B4961DF-879C-43A8-9A5B-944DEF3BA310}" sibTransId="{C2FACBD1-BD38-4711-A14B-D3DA485F70A4}"/>
    <dgm:cxn modelId="{5EF8257B-8307-4882-A6D1-4CC53FA48386}" type="presOf" srcId="{1C2EB3C7-DFA8-4200-825F-9C8998252E6A}" destId="{AB99A180-7AF8-42CC-A845-5ADBB1D98C30}" srcOrd="0" destOrd="0" presId="urn:microsoft.com/office/officeart/2018/5/layout/IconCircleLabelList"/>
    <dgm:cxn modelId="{992DA39B-1871-409E-BE73-AA5432134A7E}" type="presOf" srcId="{C8BB1924-EAAD-4584-963D-2E18FE61D1CB}" destId="{95C0566C-FA2B-43AE-B3B8-F7D95BF5DC53}" srcOrd="0" destOrd="0" presId="urn:microsoft.com/office/officeart/2018/5/layout/IconCircleLabelList"/>
    <dgm:cxn modelId="{CAE6059C-C1BD-454D-B8F7-7CB01613B264}" srcId="{C8BB1924-EAAD-4584-963D-2E18FE61D1CB}" destId="{1C2EB3C7-DFA8-4200-825F-9C8998252E6A}" srcOrd="0" destOrd="0" parTransId="{21D76E75-B6BC-4DE1-8439-EA6F6C8EA046}" sibTransId="{5B0AD9E1-43D1-4BA6-9664-B66D79A14F01}"/>
    <dgm:cxn modelId="{ACC55FD7-B39D-4895-8A60-9FCCBFC04720}" type="presParOf" srcId="{95C0566C-FA2B-43AE-B3B8-F7D95BF5DC53}" destId="{564309B9-3D5F-47B2-8892-DCFC3A9EE23D}" srcOrd="0" destOrd="0" presId="urn:microsoft.com/office/officeart/2018/5/layout/IconCircleLabelList"/>
    <dgm:cxn modelId="{84081CE0-421D-409A-A698-2F01B34D87B9}" type="presParOf" srcId="{564309B9-3D5F-47B2-8892-DCFC3A9EE23D}" destId="{39FF06DC-950A-49DF-BFC2-10372A77C537}" srcOrd="0" destOrd="0" presId="urn:microsoft.com/office/officeart/2018/5/layout/IconCircleLabelList"/>
    <dgm:cxn modelId="{0B16D564-4384-46A4-9667-304F90135B5A}" type="presParOf" srcId="{564309B9-3D5F-47B2-8892-DCFC3A9EE23D}" destId="{778FD931-E699-4E20-B60C-F33B24E512F4}" srcOrd="1" destOrd="0" presId="urn:microsoft.com/office/officeart/2018/5/layout/IconCircleLabelList"/>
    <dgm:cxn modelId="{0BFA1E4C-B51E-4D2F-8E73-96D90DAEE520}" type="presParOf" srcId="{564309B9-3D5F-47B2-8892-DCFC3A9EE23D}" destId="{2BED2E40-556B-428B-91E0-3C5E7EEC0231}" srcOrd="2" destOrd="0" presId="urn:microsoft.com/office/officeart/2018/5/layout/IconCircleLabelList"/>
    <dgm:cxn modelId="{9FCB8F94-F908-41DA-8FD6-6D8312E9AA41}" type="presParOf" srcId="{564309B9-3D5F-47B2-8892-DCFC3A9EE23D}" destId="{AB99A180-7AF8-42CC-A845-5ADBB1D98C30}" srcOrd="3" destOrd="0" presId="urn:microsoft.com/office/officeart/2018/5/layout/IconCircleLabelList"/>
    <dgm:cxn modelId="{5FB67BAF-066E-4CDE-8F4B-FC90D35896DF}" type="presParOf" srcId="{95C0566C-FA2B-43AE-B3B8-F7D95BF5DC53}" destId="{A00075BE-31FB-4859-9249-342CCD9F12BD}" srcOrd="1" destOrd="0" presId="urn:microsoft.com/office/officeart/2018/5/layout/IconCircleLabelList"/>
    <dgm:cxn modelId="{D169172C-48AF-4078-B9B8-25E58229A296}" type="presParOf" srcId="{95C0566C-FA2B-43AE-B3B8-F7D95BF5DC53}" destId="{F24978B8-E38A-4C93-95CB-E597B7A5E851}" srcOrd="2" destOrd="0" presId="urn:microsoft.com/office/officeart/2018/5/layout/IconCircleLabelList"/>
    <dgm:cxn modelId="{9592532D-C34C-4C65-91C6-7CC9EC93E350}" type="presParOf" srcId="{F24978B8-E38A-4C93-95CB-E597B7A5E851}" destId="{FA8344A6-D078-452A-8891-BC2706024EE4}" srcOrd="0" destOrd="0" presId="urn:microsoft.com/office/officeart/2018/5/layout/IconCircleLabelList"/>
    <dgm:cxn modelId="{0409CD76-F35D-4759-B1B4-98385ED6F2A5}" type="presParOf" srcId="{F24978B8-E38A-4C93-95CB-E597B7A5E851}" destId="{811F11E7-F031-49CB-BCB8-4A921865FEB7}" srcOrd="1" destOrd="0" presId="urn:microsoft.com/office/officeart/2018/5/layout/IconCircleLabelList"/>
    <dgm:cxn modelId="{345641AF-8C9E-444F-B613-882FFB3CBBB8}" type="presParOf" srcId="{F24978B8-E38A-4C93-95CB-E597B7A5E851}" destId="{AC1E500E-9D9C-4751-81FC-A2DF9F2D2F46}" srcOrd="2" destOrd="0" presId="urn:microsoft.com/office/officeart/2018/5/layout/IconCircleLabelList"/>
    <dgm:cxn modelId="{041AE9D2-0D57-4691-8E54-9A189AE7CADF}" type="presParOf" srcId="{F24978B8-E38A-4C93-95CB-E597B7A5E851}" destId="{4A748CFE-CA62-4BB8-918C-D71D68E655F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4B5D80-A8AC-4E19-9663-39231660DC3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F32724-EE96-4A5D-A8B5-AEE88EF10C4C}">
      <dgm:prSet/>
      <dgm:spPr/>
      <dgm:t>
        <a:bodyPr/>
        <a:lstStyle/>
        <a:p>
          <a:r>
            <a:rPr lang="es-CO"/>
            <a:t>Random forest</a:t>
          </a:r>
          <a:endParaRPr lang="en-US"/>
        </a:p>
      </dgm:t>
    </dgm:pt>
    <dgm:pt modelId="{83A7FBB8-EC04-467B-9ACF-3EF68ED8FF54}" type="parTrans" cxnId="{A2D12257-5AA7-4585-A1F7-99EB40B24708}">
      <dgm:prSet/>
      <dgm:spPr/>
      <dgm:t>
        <a:bodyPr/>
        <a:lstStyle/>
        <a:p>
          <a:endParaRPr lang="en-US"/>
        </a:p>
      </dgm:t>
    </dgm:pt>
    <dgm:pt modelId="{F10AB381-F941-4EEA-B545-F2B5CB1F7B6D}" type="sibTrans" cxnId="{A2D12257-5AA7-4585-A1F7-99EB40B24708}">
      <dgm:prSet/>
      <dgm:spPr/>
      <dgm:t>
        <a:bodyPr/>
        <a:lstStyle/>
        <a:p>
          <a:endParaRPr lang="en-US"/>
        </a:p>
      </dgm:t>
    </dgm:pt>
    <dgm:pt modelId="{BAB69F34-0510-4209-BA22-91405CB15BD1}">
      <dgm:prSet/>
      <dgm:spPr/>
      <dgm:t>
        <a:bodyPr/>
        <a:lstStyle/>
        <a:p>
          <a:r>
            <a:rPr lang="es-CO"/>
            <a:t>Regresión logística</a:t>
          </a:r>
          <a:endParaRPr lang="en-US"/>
        </a:p>
      </dgm:t>
    </dgm:pt>
    <dgm:pt modelId="{E1E68D16-5CEF-4407-9471-9B04D9D5475C}" type="parTrans" cxnId="{5B96E38A-8585-4CC7-BCCC-247D82405435}">
      <dgm:prSet/>
      <dgm:spPr/>
      <dgm:t>
        <a:bodyPr/>
        <a:lstStyle/>
        <a:p>
          <a:endParaRPr lang="en-US"/>
        </a:p>
      </dgm:t>
    </dgm:pt>
    <dgm:pt modelId="{74FC2F51-06FA-4759-9169-C2F088038B97}" type="sibTrans" cxnId="{5B96E38A-8585-4CC7-BCCC-247D82405435}">
      <dgm:prSet/>
      <dgm:spPr/>
      <dgm:t>
        <a:bodyPr/>
        <a:lstStyle/>
        <a:p>
          <a:endParaRPr lang="en-US"/>
        </a:p>
      </dgm:t>
    </dgm:pt>
    <dgm:pt modelId="{02B1864C-AB13-4F54-8778-FC96DBCAD326}">
      <dgm:prSet/>
      <dgm:spPr/>
      <dgm:t>
        <a:bodyPr/>
        <a:lstStyle/>
        <a:p>
          <a:r>
            <a:rPr lang="es-CO"/>
            <a:t>Modelos jerárquicos</a:t>
          </a:r>
          <a:endParaRPr lang="en-US"/>
        </a:p>
      </dgm:t>
    </dgm:pt>
    <dgm:pt modelId="{6420CB44-AE49-49E3-A9B2-BC3BDB84E710}" type="parTrans" cxnId="{B89F0FD1-941B-4EEB-8DE0-8995E285C242}">
      <dgm:prSet/>
      <dgm:spPr/>
      <dgm:t>
        <a:bodyPr/>
        <a:lstStyle/>
        <a:p>
          <a:endParaRPr lang="en-US"/>
        </a:p>
      </dgm:t>
    </dgm:pt>
    <dgm:pt modelId="{9773507B-3CA3-43D1-B52B-FC9699976472}" type="sibTrans" cxnId="{B89F0FD1-941B-4EEB-8DE0-8995E285C242}">
      <dgm:prSet/>
      <dgm:spPr/>
      <dgm:t>
        <a:bodyPr/>
        <a:lstStyle/>
        <a:p>
          <a:endParaRPr lang="en-US"/>
        </a:p>
      </dgm:t>
    </dgm:pt>
    <dgm:pt modelId="{DB0016B4-6616-4E37-AA90-9ABAD6DCD1D5}">
      <dgm:prSet/>
      <dgm:spPr/>
      <dgm:t>
        <a:bodyPr/>
        <a:lstStyle/>
        <a:p>
          <a:r>
            <a:rPr lang="es-CO"/>
            <a:t>Modelos tipo GAM</a:t>
          </a:r>
          <a:endParaRPr lang="en-US"/>
        </a:p>
      </dgm:t>
    </dgm:pt>
    <dgm:pt modelId="{5067365E-D4D0-4C23-91F8-17FCB0DEE6C1}" type="parTrans" cxnId="{DA03C962-BB5D-4495-86CD-8ABFCEEC2518}">
      <dgm:prSet/>
      <dgm:spPr/>
      <dgm:t>
        <a:bodyPr/>
        <a:lstStyle/>
        <a:p>
          <a:endParaRPr lang="en-US"/>
        </a:p>
      </dgm:t>
    </dgm:pt>
    <dgm:pt modelId="{E41A3521-FBF8-4150-AE9B-4C47718C0CF0}" type="sibTrans" cxnId="{DA03C962-BB5D-4495-86CD-8ABFCEEC2518}">
      <dgm:prSet/>
      <dgm:spPr/>
      <dgm:t>
        <a:bodyPr/>
        <a:lstStyle/>
        <a:p>
          <a:endParaRPr lang="en-US"/>
        </a:p>
      </dgm:t>
    </dgm:pt>
    <dgm:pt modelId="{FE0CCCE3-6DE4-4DE9-850A-A97863D41723}">
      <dgm:prSet/>
      <dgm:spPr/>
      <dgm:t>
        <a:bodyPr/>
        <a:lstStyle/>
        <a:p>
          <a:r>
            <a:rPr lang="es-CO"/>
            <a:t>Redes neuronales convolucionales</a:t>
          </a:r>
          <a:endParaRPr lang="en-US"/>
        </a:p>
      </dgm:t>
    </dgm:pt>
    <dgm:pt modelId="{CF26BD17-23B5-45BA-B2B9-5D61C83D724E}" type="parTrans" cxnId="{09A08062-F763-4E42-855D-18157E5253DF}">
      <dgm:prSet/>
      <dgm:spPr/>
      <dgm:t>
        <a:bodyPr/>
        <a:lstStyle/>
        <a:p>
          <a:endParaRPr lang="en-US"/>
        </a:p>
      </dgm:t>
    </dgm:pt>
    <dgm:pt modelId="{A51239FE-D473-4E4E-AD05-BD577CBBF729}" type="sibTrans" cxnId="{09A08062-F763-4E42-855D-18157E5253DF}">
      <dgm:prSet/>
      <dgm:spPr/>
      <dgm:t>
        <a:bodyPr/>
        <a:lstStyle/>
        <a:p>
          <a:endParaRPr lang="en-US"/>
        </a:p>
      </dgm:t>
    </dgm:pt>
    <dgm:pt modelId="{509BFE77-C37A-4DA6-9167-E6E1B45ABD99}">
      <dgm:prSet/>
      <dgm:spPr/>
      <dgm:t>
        <a:bodyPr/>
        <a:lstStyle/>
        <a:p>
          <a:r>
            <a:rPr lang="es-CO"/>
            <a:t>Redes neuronales físicamente informadas</a:t>
          </a:r>
          <a:endParaRPr lang="en-US"/>
        </a:p>
      </dgm:t>
    </dgm:pt>
    <dgm:pt modelId="{AF0646DC-C0D1-4AB7-8D75-187EF6D15295}" type="parTrans" cxnId="{2F8A6E67-D917-4599-A9A0-560238D20D4E}">
      <dgm:prSet/>
      <dgm:spPr/>
      <dgm:t>
        <a:bodyPr/>
        <a:lstStyle/>
        <a:p>
          <a:endParaRPr lang="en-US"/>
        </a:p>
      </dgm:t>
    </dgm:pt>
    <dgm:pt modelId="{16B0F88F-6AB3-4558-A78E-32232162F3D9}" type="sibTrans" cxnId="{2F8A6E67-D917-4599-A9A0-560238D20D4E}">
      <dgm:prSet/>
      <dgm:spPr/>
      <dgm:t>
        <a:bodyPr/>
        <a:lstStyle/>
        <a:p>
          <a:endParaRPr lang="en-US"/>
        </a:p>
      </dgm:t>
    </dgm:pt>
    <dgm:pt modelId="{709297E6-A6D4-46BA-A0F1-248252C6B401}" type="pres">
      <dgm:prSet presAssocID="{384B5D80-A8AC-4E19-9663-39231660DC37}" presName="diagram" presStyleCnt="0">
        <dgm:presLayoutVars>
          <dgm:dir/>
          <dgm:resizeHandles val="exact"/>
        </dgm:presLayoutVars>
      </dgm:prSet>
      <dgm:spPr/>
    </dgm:pt>
    <dgm:pt modelId="{319B81C7-6ECF-4D39-B9CA-D5656EECEB7E}" type="pres">
      <dgm:prSet presAssocID="{51F32724-EE96-4A5D-A8B5-AEE88EF10C4C}" presName="node" presStyleLbl="node1" presStyleIdx="0" presStyleCnt="6">
        <dgm:presLayoutVars>
          <dgm:bulletEnabled val="1"/>
        </dgm:presLayoutVars>
      </dgm:prSet>
      <dgm:spPr/>
    </dgm:pt>
    <dgm:pt modelId="{9DE0BC35-8497-4B04-9FEE-C6B4D7523249}" type="pres">
      <dgm:prSet presAssocID="{F10AB381-F941-4EEA-B545-F2B5CB1F7B6D}" presName="sibTrans" presStyleCnt="0"/>
      <dgm:spPr/>
    </dgm:pt>
    <dgm:pt modelId="{20054D84-D43D-42F9-B71F-F9134928B01F}" type="pres">
      <dgm:prSet presAssocID="{BAB69F34-0510-4209-BA22-91405CB15BD1}" presName="node" presStyleLbl="node1" presStyleIdx="1" presStyleCnt="6">
        <dgm:presLayoutVars>
          <dgm:bulletEnabled val="1"/>
        </dgm:presLayoutVars>
      </dgm:prSet>
      <dgm:spPr/>
    </dgm:pt>
    <dgm:pt modelId="{18C7F7F9-BC07-4E20-B77C-2306145352F8}" type="pres">
      <dgm:prSet presAssocID="{74FC2F51-06FA-4759-9169-C2F088038B97}" presName="sibTrans" presStyleCnt="0"/>
      <dgm:spPr/>
    </dgm:pt>
    <dgm:pt modelId="{E411C297-361F-4548-BB9D-591AF7FA6F77}" type="pres">
      <dgm:prSet presAssocID="{02B1864C-AB13-4F54-8778-FC96DBCAD326}" presName="node" presStyleLbl="node1" presStyleIdx="2" presStyleCnt="6">
        <dgm:presLayoutVars>
          <dgm:bulletEnabled val="1"/>
        </dgm:presLayoutVars>
      </dgm:prSet>
      <dgm:spPr/>
    </dgm:pt>
    <dgm:pt modelId="{76186DB6-464F-489F-9C72-C024E242D106}" type="pres">
      <dgm:prSet presAssocID="{9773507B-3CA3-43D1-B52B-FC9699976472}" presName="sibTrans" presStyleCnt="0"/>
      <dgm:spPr/>
    </dgm:pt>
    <dgm:pt modelId="{49C94737-4ED8-47EC-8788-9EB2585A6063}" type="pres">
      <dgm:prSet presAssocID="{DB0016B4-6616-4E37-AA90-9ABAD6DCD1D5}" presName="node" presStyleLbl="node1" presStyleIdx="3" presStyleCnt="6">
        <dgm:presLayoutVars>
          <dgm:bulletEnabled val="1"/>
        </dgm:presLayoutVars>
      </dgm:prSet>
      <dgm:spPr/>
    </dgm:pt>
    <dgm:pt modelId="{E7DA0FAC-9F34-4FE9-96F2-9C6FD372E017}" type="pres">
      <dgm:prSet presAssocID="{E41A3521-FBF8-4150-AE9B-4C47718C0CF0}" presName="sibTrans" presStyleCnt="0"/>
      <dgm:spPr/>
    </dgm:pt>
    <dgm:pt modelId="{D03E601A-664F-49F1-B46D-5F6B6B725A64}" type="pres">
      <dgm:prSet presAssocID="{FE0CCCE3-6DE4-4DE9-850A-A97863D41723}" presName="node" presStyleLbl="node1" presStyleIdx="4" presStyleCnt="6">
        <dgm:presLayoutVars>
          <dgm:bulletEnabled val="1"/>
        </dgm:presLayoutVars>
      </dgm:prSet>
      <dgm:spPr/>
    </dgm:pt>
    <dgm:pt modelId="{13729FB4-15EA-4504-861C-18A1F0C58FFB}" type="pres">
      <dgm:prSet presAssocID="{A51239FE-D473-4E4E-AD05-BD577CBBF729}" presName="sibTrans" presStyleCnt="0"/>
      <dgm:spPr/>
    </dgm:pt>
    <dgm:pt modelId="{41C252EB-4D49-43A1-B006-06FDCD987F7A}" type="pres">
      <dgm:prSet presAssocID="{509BFE77-C37A-4DA6-9167-E6E1B45ABD99}" presName="node" presStyleLbl="node1" presStyleIdx="5" presStyleCnt="6">
        <dgm:presLayoutVars>
          <dgm:bulletEnabled val="1"/>
        </dgm:presLayoutVars>
      </dgm:prSet>
      <dgm:spPr/>
    </dgm:pt>
  </dgm:ptLst>
  <dgm:cxnLst>
    <dgm:cxn modelId="{25356122-EEA8-4213-AB81-BF64ACC492FD}" type="presOf" srcId="{51F32724-EE96-4A5D-A8B5-AEE88EF10C4C}" destId="{319B81C7-6ECF-4D39-B9CA-D5656EECEB7E}" srcOrd="0" destOrd="0" presId="urn:microsoft.com/office/officeart/2005/8/layout/default"/>
    <dgm:cxn modelId="{09A08062-F763-4E42-855D-18157E5253DF}" srcId="{384B5D80-A8AC-4E19-9663-39231660DC37}" destId="{FE0CCCE3-6DE4-4DE9-850A-A97863D41723}" srcOrd="4" destOrd="0" parTransId="{CF26BD17-23B5-45BA-B2B9-5D61C83D724E}" sibTransId="{A51239FE-D473-4E4E-AD05-BD577CBBF729}"/>
    <dgm:cxn modelId="{DA03C962-BB5D-4495-86CD-8ABFCEEC2518}" srcId="{384B5D80-A8AC-4E19-9663-39231660DC37}" destId="{DB0016B4-6616-4E37-AA90-9ABAD6DCD1D5}" srcOrd="3" destOrd="0" parTransId="{5067365E-D4D0-4C23-91F8-17FCB0DEE6C1}" sibTransId="{E41A3521-FBF8-4150-AE9B-4C47718C0CF0}"/>
    <dgm:cxn modelId="{EA351264-2D3F-45D7-BA68-6AA604BC663F}" type="presOf" srcId="{BAB69F34-0510-4209-BA22-91405CB15BD1}" destId="{20054D84-D43D-42F9-B71F-F9134928B01F}" srcOrd="0" destOrd="0" presId="urn:microsoft.com/office/officeart/2005/8/layout/default"/>
    <dgm:cxn modelId="{2F8A6E67-D917-4599-A9A0-560238D20D4E}" srcId="{384B5D80-A8AC-4E19-9663-39231660DC37}" destId="{509BFE77-C37A-4DA6-9167-E6E1B45ABD99}" srcOrd="5" destOrd="0" parTransId="{AF0646DC-C0D1-4AB7-8D75-187EF6D15295}" sibTransId="{16B0F88F-6AB3-4558-A78E-32232162F3D9}"/>
    <dgm:cxn modelId="{36600A50-05A5-4BBB-B2B0-1C449E86F83A}" type="presOf" srcId="{DB0016B4-6616-4E37-AA90-9ABAD6DCD1D5}" destId="{49C94737-4ED8-47EC-8788-9EB2585A6063}" srcOrd="0" destOrd="0" presId="urn:microsoft.com/office/officeart/2005/8/layout/default"/>
    <dgm:cxn modelId="{A2D12257-5AA7-4585-A1F7-99EB40B24708}" srcId="{384B5D80-A8AC-4E19-9663-39231660DC37}" destId="{51F32724-EE96-4A5D-A8B5-AEE88EF10C4C}" srcOrd="0" destOrd="0" parTransId="{83A7FBB8-EC04-467B-9ACF-3EF68ED8FF54}" sibTransId="{F10AB381-F941-4EEA-B545-F2B5CB1F7B6D}"/>
    <dgm:cxn modelId="{5B96E38A-8585-4CC7-BCCC-247D82405435}" srcId="{384B5D80-A8AC-4E19-9663-39231660DC37}" destId="{BAB69F34-0510-4209-BA22-91405CB15BD1}" srcOrd="1" destOrd="0" parTransId="{E1E68D16-5CEF-4407-9471-9B04D9D5475C}" sibTransId="{74FC2F51-06FA-4759-9169-C2F088038B97}"/>
    <dgm:cxn modelId="{B7A1B498-7602-4DF8-9875-4A108797A19E}" type="presOf" srcId="{509BFE77-C37A-4DA6-9167-E6E1B45ABD99}" destId="{41C252EB-4D49-43A1-B006-06FDCD987F7A}" srcOrd="0" destOrd="0" presId="urn:microsoft.com/office/officeart/2005/8/layout/default"/>
    <dgm:cxn modelId="{772930A0-A268-4742-9374-1197DFB0ED86}" type="presOf" srcId="{FE0CCCE3-6DE4-4DE9-850A-A97863D41723}" destId="{D03E601A-664F-49F1-B46D-5F6B6B725A64}" srcOrd="0" destOrd="0" presId="urn:microsoft.com/office/officeart/2005/8/layout/default"/>
    <dgm:cxn modelId="{B89F0FD1-941B-4EEB-8DE0-8995E285C242}" srcId="{384B5D80-A8AC-4E19-9663-39231660DC37}" destId="{02B1864C-AB13-4F54-8778-FC96DBCAD326}" srcOrd="2" destOrd="0" parTransId="{6420CB44-AE49-49E3-A9B2-BC3BDB84E710}" sibTransId="{9773507B-3CA3-43D1-B52B-FC9699976472}"/>
    <dgm:cxn modelId="{4DC145D7-59FE-4360-838E-523BC8E87ED7}" type="presOf" srcId="{02B1864C-AB13-4F54-8778-FC96DBCAD326}" destId="{E411C297-361F-4548-BB9D-591AF7FA6F77}" srcOrd="0" destOrd="0" presId="urn:microsoft.com/office/officeart/2005/8/layout/default"/>
    <dgm:cxn modelId="{C429BCEE-1CEF-48D3-919D-505DCA66E9D8}" type="presOf" srcId="{384B5D80-A8AC-4E19-9663-39231660DC37}" destId="{709297E6-A6D4-46BA-A0F1-248252C6B401}" srcOrd="0" destOrd="0" presId="urn:microsoft.com/office/officeart/2005/8/layout/default"/>
    <dgm:cxn modelId="{67B48E8E-EC69-4CCE-8429-39F1F4FA35BE}" type="presParOf" srcId="{709297E6-A6D4-46BA-A0F1-248252C6B401}" destId="{319B81C7-6ECF-4D39-B9CA-D5656EECEB7E}" srcOrd="0" destOrd="0" presId="urn:microsoft.com/office/officeart/2005/8/layout/default"/>
    <dgm:cxn modelId="{73AE7083-F4E8-46AD-B65F-9C51CEE56B7F}" type="presParOf" srcId="{709297E6-A6D4-46BA-A0F1-248252C6B401}" destId="{9DE0BC35-8497-4B04-9FEE-C6B4D7523249}" srcOrd="1" destOrd="0" presId="urn:microsoft.com/office/officeart/2005/8/layout/default"/>
    <dgm:cxn modelId="{ACA506B1-2079-4639-93FF-E452B0BA303A}" type="presParOf" srcId="{709297E6-A6D4-46BA-A0F1-248252C6B401}" destId="{20054D84-D43D-42F9-B71F-F9134928B01F}" srcOrd="2" destOrd="0" presId="urn:microsoft.com/office/officeart/2005/8/layout/default"/>
    <dgm:cxn modelId="{F6A1E093-1A9D-4777-9C71-F58D027022F6}" type="presParOf" srcId="{709297E6-A6D4-46BA-A0F1-248252C6B401}" destId="{18C7F7F9-BC07-4E20-B77C-2306145352F8}" srcOrd="3" destOrd="0" presId="urn:microsoft.com/office/officeart/2005/8/layout/default"/>
    <dgm:cxn modelId="{C104E11B-1586-4D15-B64D-42D98CD3973E}" type="presParOf" srcId="{709297E6-A6D4-46BA-A0F1-248252C6B401}" destId="{E411C297-361F-4548-BB9D-591AF7FA6F77}" srcOrd="4" destOrd="0" presId="urn:microsoft.com/office/officeart/2005/8/layout/default"/>
    <dgm:cxn modelId="{4D1C1141-4BDA-4AAF-84A1-D41AEDC8C8FD}" type="presParOf" srcId="{709297E6-A6D4-46BA-A0F1-248252C6B401}" destId="{76186DB6-464F-489F-9C72-C024E242D106}" srcOrd="5" destOrd="0" presId="urn:microsoft.com/office/officeart/2005/8/layout/default"/>
    <dgm:cxn modelId="{FE48CF1A-0EC8-4249-B3E5-68DCE190DF0E}" type="presParOf" srcId="{709297E6-A6D4-46BA-A0F1-248252C6B401}" destId="{49C94737-4ED8-47EC-8788-9EB2585A6063}" srcOrd="6" destOrd="0" presId="urn:microsoft.com/office/officeart/2005/8/layout/default"/>
    <dgm:cxn modelId="{839ADBA5-4608-4229-8976-50E8C2979DCE}" type="presParOf" srcId="{709297E6-A6D4-46BA-A0F1-248252C6B401}" destId="{E7DA0FAC-9F34-4FE9-96F2-9C6FD372E017}" srcOrd="7" destOrd="0" presId="urn:microsoft.com/office/officeart/2005/8/layout/default"/>
    <dgm:cxn modelId="{EE92E4D9-484B-4C0F-BA0E-73870A4E811F}" type="presParOf" srcId="{709297E6-A6D4-46BA-A0F1-248252C6B401}" destId="{D03E601A-664F-49F1-B46D-5F6B6B725A64}" srcOrd="8" destOrd="0" presId="urn:microsoft.com/office/officeart/2005/8/layout/default"/>
    <dgm:cxn modelId="{C7950F44-03B0-43C3-92EB-4AC7D5917D19}" type="presParOf" srcId="{709297E6-A6D4-46BA-A0F1-248252C6B401}" destId="{13729FB4-15EA-4504-861C-18A1F0C58FFB}" srcOrd="9" destOrd="0" presId="urn:microsoft.com/office/officeart/2005/8/layout/default"/>
    <dgm:cxn modelId="{416F038A-68BA-4C3A-9054-1C2F89C8C66D}" type="presParOf" srcId="{709297E6-A6D4-46BA-A0F1-248252C6B401}" destId="{41C252EB-4D49-43A1-B006-06FDCD987F7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82B4B-C08A-481B-A7CB-C09A300765AD}">
      <dsp:nvSpPr>
        <dsp:cNvPr id="0" name=""/>
        <dsp:cNvSpPr/>
      </dsp:nvSpPr>
      <dsp:spPr>
        <a:xfrm>
          <a:off x="275965" y="182871"/>
          <a:ext cx="1368756" cy="136875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99B02-09E5-4C3B-A5A1-C13933204812}">
      <dsp:nvSpPr>
        <dsp:cNvPr id="0" name=""/>
        <dsp:cNvSpPr/>
      </dsp:nvSpPr>
      <dsp:spPr>
        <a:xfrm>
          <a:off x="563404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6904B-18DA-475E-864E-6F407DBE0DCB}">
      <dsp:nvSpPr>
        <dsp:cNvPr id="0" name=""/>
        <dsp:cNvSpPr/>
      </dsp:nvSpPr>
      <dsp:spPr>
        <a:xfrm>
          <a:off x="1938026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Recopilación de información tales como variables espaciales, inventario de movimientos en masa y variables hidrometereológicas.</a:t>
          </a:r>
          <a:endParaRPr lang="en-US" sz="1800" kern="1200"/>
        </a:p>
      </dsp:txBody>
      <dsp:txXfrm>
        <a:off x="1938026" y="182871"/>
        <a:ext cx="3226354" cy="1368756"/>
      </dsp:txXfrm>
    </dsp:sp>
    <dsp:sp modelId="{69B7C3BB-D970-4576-8CB8-DFE2219364F6}">
      <dsp:nvSpPr>
        <dsp:cNvPr id="0" name=""/>
        <dsp:cNvSpPr/>
      </dsp:nvSpPr>
      <dsp:spPr>
        <a:xfrm>
          <a:off x="5726548" y="182871"/>
          <a:ext cx="1368756" cy="136875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3E0D4-8BCA-46B9-AAB7-604822E28E90}">
      <dsp:nvSpPr>
        <dsp:cNvPr id="0" name=""/>
        <dsp:cNvSpPr/>
      </dsp:nvSpPr>
      <dsp:spPr>
        <a:xfrm>
          <a:off x="6013987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CB207-96D2-442A-85A4-54E622C0E6D0}">
      <dsp:nvSpPr>
        <dsp:cNvPr id="0" name=""/>
        <dsp:cNvSpPr/>
      </dsp:nvSpPr>
      <dsp:spPr>
        <a:xfrm>
          <a:off x="7388609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Aplicar diferentes modelos de machine learning a una misma cuenca de la cordillera occidental.</a:t>
          </a:r>
          <a:endParaRPr lang="en-US" sz="1800" kern="1200"/>
        </a:p>
      </dsp:txBody>
      <dsp:txXfrm>
        <a:off x="7388609" y="182871"/>
        <a:ext cx="3226354" cy="1368756"/>
      </dsp:txXfrm>
    </dsp:sp>
    <dsp:sp modelId="{98F84834-F810-4EFC-BFC3-AA641E6A336E}">
      <dsp:nvSpPr>
        <dsp:cNvPr id="0" name=""/>
        <dsp:cNvSpPr/>
      </dsp:nvSpPr>
      <dsp:spPr>
        <a:xfrm>
          <a:off x="275965" y="2187234"/>
          <a:ext cx="1368756" cy="136875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D0435-742F-4A98-B4EA-20C4E87CA27C}">
      <dsp:nvSpPr>
        <dsp:cNvPr id="0" name=""/>
        <dsp:cNvSpPr/>
      </dsp:nvSpPr>
      <dsp:spPr>
        <a:xfrm>
          <a:off x="563404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9EC9E-AFB7-4BAF-A5CF-69BB2EEDBBEE}">
      <dsp:nvSpPr>
        <dsp:cNvPr id="0" name=""/>
        <dsp:cNvSpPr/>
      </dsp:nvSpPr>
      <dsp:spPr>
        <a:xfrm>
          <a:off x="1938026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Explorar variables categóricas y continuas y su influencia en los resultados.</a:t>
          </a:r>
          <a:endParaRPr lang="en-US" sz="1800" kern="1200"/>
        </a:p>
      </dsp:txBody>
      <dsp:txXfrm>
        <a:off x="1938026" y="2187234"/>
        <a:ext cx="3226354" cy="1368756"/>
      </dsp:txXfrm>
    </dsp:sp>
    <dsp:sp modelId="{CB3E5409-BBA9-4170-A265-D09AAC9751D8}">
      <dsp:nvSpPr>
        <dsp:cNvPr id="0" name=""/>
        <dsp:cNvSpPr/>
      </dsp:nvSpPr>
      <dsp:spPr>
        <a:xfrm>
          <a:off x="5726548" y="2187234"/>
          <a:ext cx="1368756" cy="136875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93A69-F6AB-45BA-94B9-15FD493BF5B5}">
      <dsp:nvSpPr>
        <dsp:cNvPr id="0" name=""/>
        <dsp:cNvSpPr/>
      </dsp:nvSpPr>
      <dsp:spPr>
        <a:xfrm>
          <a:off x="6013987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B8B93-637F-4F65-AAFD-A76EA315CB81}">
      <dsp:nvSpPr>
        <dsp:cNvPr id="0" name=""/>
        <dsp:cNvSpPr/>
      </dsp:nvSpPr>
      <dsp:spPr>
        <a:xfrm>
          <a:off x="7388609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Comparar la certeza de los diferentes modelos y concluir cual de ellos es mejor aplicable a un ambiente Colombiano. </a:t>
          </a:r>
          <a:endParaRPr lang="en-US" sz="1800" kern="1200"/>
        </a:p>
      </dsp:txBody>
      <dsp:txXfrm>
        <a:off x="7388609" y="2187234"/>
        <a:ext cx="3226354" cy="136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28153-9AFB-496A-AA94-A1D17D57B59B}">
      <dsp:nvSpPr>
        <dsp:cNvPr id="0" name=""/>
        <dsp:cNvSpPr/>
      </dsp:nvSpPr>
      <dsp:spPr>
        <a:xfrm>
          <a:off x="1201111" y="224092"/>
          <a:ext cx="2919868" cy="15187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Elevación (ALOS PALSAR)</a:t>
          </a:r>
          <a:endParaRPr lang="en-US" sz="2700" kern="1200" dirty="0"/>
        </a:p>
      </dsp:txBody>
      <dsp:txXfrm>
        <a:off x="1201111" y="224092"/>
        <a:ext cx="2919868" cy="1518774"/>
      </dsp:txXfrm>
    </dsp:sp>
    <dsp:sp modelId="{593782BE-2DE4-4F09-9AF9-598AA9950C50}">
      <dsp:nvSpPr>
        <dsp:cNvPr id="0" name=""/>
        <dsp:cNvSpPr/>
      </dsp:nvSpPr>
      <dsp:spPr>
        <a:xfrm>
          <a:off x="4374108" y="224092"/>
          <a:ext cx="2531290" cy="1518774"/>
        </a:xfrm>
        <a:prstGeom prst="rect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Pendiente (DEM)</a:t>
          </a:r>
          <a:endParaRPr lang="en-US" sz="2700" kern="1200" dirty="0"/>
        </a:p>
      </dsp:txBody>
      <dsp:txXfrm>
        <a:off x="4374108" y="224092"/>
        <a:ext cx="2531290" cy="1518774"/>
      </dsp:txXfrm>
    </dsp:sp>
    <dsp:sp modelId="{CC2DC77D-7563-4596-A1C0-48808CFF4FA8}">
      <dsp:nvSpPr>
        <dsp:cNvPr id="0" name=""/>
        <dsp:cNvSpPr/>
      </dsp:nvSpPr>
      <dsp:spPr>
        <a:xfrm>
          <a:off x="7158527" y="224092"/>
          <a:ext cx="2531290" cy="1518774"/>
        </a:xfrm>
        <a:prstGeom prst="rect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Aspecto (DEM)</a:t>
          </a:r>
          <a:endParaRPr lang="en-US" sz="2700" kern="1200" dirty="0"/>
        </a:p>
      </dsp:txBody>
      <dsp:txXfrm>
        <a:off x="7158527" y="224092"/>
        <a:ext cx="2531290" cy="1518774"/>
      </dsp:txXfrm>
    </dsp:sp>
    <dsp:sp modelId="{EE716BC8-874C-4E0A-995B-9FE109C7C00D}">
      <dsp:nvSpPr>
        <dsp:cNvPr id="0" name=""/>
        <dsp:cNvSpPr/>
      </dsp:nvSpPr>
      <dsp:spPr>
        <a:xfrm>
          <a:off x="3190" y="1995996"/>
          <a:ext cx="2531290" cy="1518774"/>
        </a:xfrm>
        <a:prstGeom prst="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Curvatura (DEM)</a:t>
          </a:r>
          <a:endParaRPr lang="en-US" sz="2700" kern="1200" dirty="0"/>
        </a:p>
      </dsp:txBody>
      <dsp:txXfrm>
        <a:off x="3190" y="1995996"/>
        <a:ext cx="2531290" cy="1518774"/>
      </dsp:txXfrm>
    </dsp:sp>
    <dsp:sp modelId="{45A714B6-3989-49FD-B0F2-2824CF623FEA}">
      <dsp:nvSpPr>
        <dsp:cNvPr id="0" name=""/>
        <dsp:cNvSpPr/>
      </dsp:nvSpPr>
      <dsp:spPr>
        <a:xfrm>
          <a:off x="2787609" y="1995996"/>
          <a:ext cx="2531290" cy="1518774"/>
        </a:xfrm>
        <a:prstGeom prst="rect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Geología (SGC)</a:t>
          </a:r>
          <a:endParaRPr lang="en-US" sz="2700" kern="1200" dirty="0"/>
        </a:p>
      </dsp:txBody>
      <dsp:txXfrm>
        <a:off x="2787609" y="1995996"/>
        <a:ext cx="2531290" cy="1518774"/>
      </dsp:txXfrm>
    </dsp:sp>
    <dsp:sp modelId="{993A3787-85FC-454E-A77B-98A12820FF9F}">
      <dsp:nvSpPr>
        <dsp:cNvPr id="0" name=""/>
        <dsp:cNvSpPr/>
      </dsp:nvSpPr>
      <dsp:spPr>
        <a:xfrm>
          <a:off x="5572029" y="1995996"/>
          <a:ext cx="2531290" cy="1518774"/>
        </a:xfrm>
        <a:prstGeom prst="rect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Geomorfología (</a:t>
          </a:r>
          <a:r>
            <a:rPr lang="es-CO" sz="2700" kern="1200" dirty="0" err="1"/>
            <a:t>Geomorphons</a:t>
          </a:r>
          <a:r>
            <a:rPr lang="es-CO" sz="2700" kern="1200" dirty="0"/>
            <a:t>)</a:t>
          </a:r>
          <a:endParaRPr lang="en-US" sz="2700" kern="1200" dirty="0"/>
        </a:p>
      </dsp:txBody>
      <dsp:txXfrm>
        <a:off x="5572029" y="1995996"/>
        <a:ext cx="2531290" cy="1518774"/>
      </dsp:txXfrm>
    </dsp:sp>
    <dsp:sp modelId="{E49CB7F7-FEDA-4BB3-AD99-A1CA3AD05779}">
      <dsp:nvSpPr>
        <dsp:cNvPr id="0" name=""/>
        <dsp:cNvSpPr/>
      </dsp:nvSpPr>
      <dsp:spPr>
        <a:xfrm>
          <a:off x="8356448" y="1995996"/>
          <a:ext cx="2531290" cy="1518774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Precipitation (CHIRPS)</a:t>
          </a:r>
        </a:p>
      </dsp:txBody>
      <dsp:txXfrm>
        <a:off x="8356448" y="1995996"/>
        <a:ext cx="2531290" cy="15187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F06DC-950A-49DF-BFC2-10372A77C537}">
      <dsp:nvSpPr>
        <dsp:cNvPr id="0" name=""/>
        <dsp:cNvSpPr/>
      </dsp:nvSpPr>
      <dsp:spPr>
        <a:xfrm>
          <a:off x="2232464" y="6943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FD931-E699-4E20-B60C-F33B24E512F4}">
      <dsp:nvSpPr>
        <dsp:cNvPr id="0" name=""/>
        <dsp:cNvSpPr/>
      </dsp:nvSpPr>
      <dsp:spPr>
        <a:xfrm>
          <a:off x="2700464" y="53743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9A180-7AF8-42CC-A845-5ADBB1D98C30}">
      <dsp:nvSpPr>
        <dsp:cNvPr id="0" name=""/>
        <dsp:cNvSpPr/>
      </dsp:nvSpPr>
      <dsp:spPr>
        <a:xfrm>
          <a:off x="153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Inventario de movimientos en masa.</a:t>
          </a:r>
          <a:endParaRPr lang="en-US" sz="2500" kern="1200"/>
        </a:p>
      </dsp:txBody>
      <dsp:txXfrm>
        <a:off x="1530464" y="2949431"/>
        <a:ext cx="3600000" cy="720000"/>
      </dsp:txXfrm>
    </dsp:sp>
    <dsp:sp modelId="{FA8344A6-D078-452A-8891-BC2706024EE4}">
      <dsp:nvSpPr>
        <dsp:cNvPr id="0" name=""/>
        <dsp:cNvSpPr/>
      </dsp:nvSpPr>
      <dsp:spPr>
        <a:xfrm>
          <a:off x="6462464" y="69431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F11E7-F031-49CB-BCB8-4A921865FEB7}">
      <dsp:nvSpPr>
        <dsp:cNvPr id="0" name=""/>
        <dsp:cNvSpPr/>
      </dsp:nvSpPr>
      <dsp:spPr>
        <a:xfrm>
          <a:off x="6930464" y="53743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48CFE-CA62-4BB8-918C-D71D68E655F2}">
      <dsp:nvSpPr>
        <dsp:cNvPr id="0" name=""/>
        <dsp:cNvSpPr/>
      </dsp:nvSpPr>
      <dsp:spPr>
        <a:xfrm>
          <a:off x="5760464" y="294943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500" kern="1200"/>
            <a:t>Delimitación de la cuenca</a:t>
          </a:r>
          <a:endParaRPr lang="en-US" sz="2500" kern="1200"/>
        </a:p>
      </dsp:txBody>
      <dsp:txXfrm>
        <a:off x="5760464" y="2949431"/>
        <a:ext cx="36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B81C7-6ECF-4D39-B9CA-D5656EECEB7E}">
      <dsp:nvSpPr>
        <dsp:cNvPr id="0" name=""/>
        <dsp:cNvSpPr/>
      </dsp:nvSpPr>
      <dsp:spPr>
        <a:xfrm>
          <a:off x="850853" y="2870"/>
          <a:ext cx="2871631" cy="17229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Random forest</a:t>
          </a:r>
          <a:endParaRPr lang="en-US" sz="2700" kern="1200"/>
        </a:p>
      </dsp:txBody>
      <dsp:txXfrm>
        <a:off x="850853" y="2870"/>
        <a:ext cx="2871631" cy="1722979"/>
      </dsp:txXfrm>
    </dsp:sp>
    <dsp:sp modelId="{20054D84-D43D-42F9-B71F-F9134928B01F}">
      <dsp:nvSpPr>
        <dsp:cNvPr id="0" name=""/>
        <dsp:cNvSpPr/>
      </dsp:nvSpPr>
      <dsp:spPr>
        <a:xfrm>
          <a:off x="4009648" y="2870"/>
          <a:ext cx="2871631" cy="1722979"/>
        </a:xfrm>
        <a:prstGeom prst="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Regresión logística</a:t>
          </a:r>
          <a:endParaRPr lang="en-US" sz="2700" kern="1200"/>
        </a:p>
      </dsp:txBody>
      <dsp:txXfrm>
        <a:off x="4009648" y="2870"/>
        <a:ext cx="2871631" cy="1722979"/>
      </dsp:txXfrm>
    </dsp:sp>
    <dsp:sp modelId="{E411C297-361F-4548-BB9D-591AF7FA6F77}">
      <dsp:nvSpPr>
        <dsp:cNvPr id="0" name=""/>
        <dsp:cNvSpPr/>
      </dsp:nvSpPr>
      <dsp:spPr>
        <a:xfrm>
          <a:off x="7168443" y="2870"/>
          <a:ext cx="2871631" cy="1722979"/>
        </a:xfrm>
        <a:prstGeom prst="rect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Modelos jerárquicos</a:t>
          </a:r>
          <a:endParaRPr lang="en-US" sz="2700" kern="1200"/>
        </a:p>
      </dsp:txBody>
      <dsp:txXfrm>
        <a:off x="7168443" y="2870"/>
        <a:ext cx="2871631" cy="1722979"/>
      </dsp:txXfrm>
    </dsp:sp>
    <dsp:sp modelId="{49C94737-4ED8-47EC-8788-9EB2585A6063}">
      <dsp:nvSpPr>
        <dsp:cNvPr id="0" name=""/>
        <dsp:cNvSpPr/>
      </dsp:nvSpPr>
      <dsp:spPr>
        <a:xfrm>
          <a:off x="850853" y="2013013"/>
          <a:ext cx="2871631" cy="1722979"/>
        </a:xfrm>
        <a:prstGeom prst="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Modelos tipo GAM</a:t>
          </a:r>
          <a:endParaRPr lang="en-US" sz="2700" kern="1200"/>
        </a:p>
      </dsp:txBody>
      <dsp:txXfrm>
        <a:off x="850853" y="2013013"/>
        <a:ext cx="2871631" cy="1722979"/>
      </dsp:txXfrm>
    </dsp:sp>
    <dsp:sp modelId="{D03E601A-664F-49F1-B46D-5F6B6B725A64}">
      <dsp:nvSpPr>
        <dsp:cNvPr id="0" name=""/>
        <dsp:cNvSpPr/>
      </dsp:nvSpPr>
      <dsp:spPr>
        <a:xfrm>
          <a:off x="4009648" y="2013013"/>
          <a:ext cx="2871631" cy="1722979"/>
        </a:xfrm>
        <a:prstGeom prst="rect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Redes neuronales convolucionales</a:t>
          </a:r>
          <a:endParaRPr lang="en-US" sz="2700" kern="1200"/>
        </a:p>
      </dsp:txBody>
      <dsp:txXfrm>
        <a:off x="4009648" y="2013013"/>
        <a:ext cx="2871631" cy="1722979"/>
      </dsp:txXfrm>
    </dsp:sp>
    <dsp:sp modelId="{41C252EB-4D49-43A1-B006-06FDCD987F7A}">
      <dsp:nvSpPr>
        <dsp:cNvPr id="0" name=""/>
        <dsp:cNvSpPr/>
      </dsp:nvSpPr>
      <dsp:spPr>
        <a:xfrm>
          <a:off x="7168443" y="2013013"/>
          <a:ext cx="2871631" cy="1722979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Redes neuronales físicamente informadas</a:t>
          </a:r>
          <a:endParaRPr lang="en-US" sz="2700" kern="1200"/>
        </a:p>
      </dsp:txBody>
      <dsp:txXfrm>
        <a:off x="7168443" y="2013013"/>
        <a:ext cx="2871631" cy="1722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8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6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60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5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10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5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2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2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8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8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75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EFEE85C-0D6E-74AC-D12A-0235E4B282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25002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890125E-1771-42F5-2B21-292788EE6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4700">
                <a:solidFill>
                  <a:srgbClr val="FFFFFF"/>
                </a:solidFill>
              </a:rPr>
              <a:t>Evaluación metodologías de machine learning en el calculo de susceptibilidad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13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DC2D3D-2D7C-1195-A9A6-5F374038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765184"/>
            <a:ext cx="10168106" cy="11470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Problemática</a:t>
            </a:r>
          </a:p>
        </p:txBody>
      </p:sp>
      <p:pic>
        <p:nvPicPr>
          <p:cNvPr id="1028" name="Picture 4" descr="Al menos ocho municipios de Cundinamarca presentan eventos de remoción en  masa activos | CAR">
            <a:extLst>
              <a:ext uri="{FF2B5EF4-FFF2-40B4-BE49-F238E27FC236}">
                <a16:creationId xmlns:a16="http://schemas.microsoft.com/office/drawing/2014/main" id="{651E8C04-5AEC-CC44-FF6C-889CCB6D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8940" y="2793214"/>
            <a:ext cx="4961806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r qué ocurren tantos movimientos en masa en el país y qué podemos hacer  al respecto?">
            <a:extLst>
              <a:ext uri="{FF2B5EF4-FFF2-40B4-BE49-F238E27FC236}">
                <a16:creationId xmlns:a16="http://schemas.microsoft.com/office/drawing/2014/main" id="{6CB35E61-E201-3200-372F-3982C0388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0" y="3292590"/>
            <a:ext cx="4978176" cy="280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89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CFF231-A784-352A-3FF4-921BA36A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CO" dirty="0"/>
              <a:t>Metodología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B0108883-777F-AF95-4081-B5B1FFB6E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53536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234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3019F3-B0B5-B21A-5CF1-AC6BBE00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CO" dirty="0"/>
              <a:t>¿Qué se tiene? Variables tipo </a:t>
            </a:r>
            <a:r>
              <a:rPr lang="es-CO"/>
              <a:t>raster</a:t>
            </a:r>
            <a:endParaRPr lang="es-CO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76B2232-B38C-D589-4F22-F2C8D586A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011614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19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7B03D1-0743-3688-BFF1-495F3D57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CO" dirty="0"/>
              <a:t>¿Qué se tiene? Variables tipo vector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7BCC995-6701-FFEF-DA98-1302A0CA3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41372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06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2778B6-569E-442A-F136-EA413C97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CO" dirty="0"/>
              <a:t>¿Qué métodos existen? ¿Cuáles aplicar?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2D269BB-5456-0415-78B7-8CDBDE726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700105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94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0253FC-08D3-8A4F-F8C6-DF303A12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s-CO"/>
              <a:t>Zona de estudio</a:t>
            </a:r>
            <a:endParaRPr lang="es-CO" dirty="0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A9DAC-795D-0E1D-9835-8EE99237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Para llevar a cabo este estudio se selecciono una cuenca en la cordillera occidental de Colombia en la zona Antioqueña, la cual lleva de nombre cuenca quebrada Chiqueral con 27 km cuadrados aproximadamente.</a:t>
            </a:r>
            <a:endParaRPr lang="es-CO" dirty="0"/>
          </a:p>
        </p:txBody>
      </p:sp>
      <p:pic>
        <p:nvPicPr>
          <p:cNvPr id="5" name="Imagen 4" descr="Mapa&#10;&#10;El contenido generado por IA puede ser incorrecto.">
            <a:extLst>
              <a:ext uri="{FF2B5EF4-FFF2-40B4-BE49-F238E27FC236}">
                <a16:creationId xmlns:a16="http://schemas.microsoft.com/office/drawing/2014/main" id="{03AFA82B-8D6E-848E-B50F-36A7A171A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94" y="1554240"/>
            <a:ext cx="5299672" cy="37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9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6DF2341-AB05-96CC-0A44-2D83FC2BF77D}"/>
              </a:ext>
            </a:extLst>
          </p:cNvPr>
          <p:cNvSpPr txBox="1"/>
          <p:nvPr/>
        </p:nvSpPr>
        <p:spPr>
          <a:xfrm>
            <a:off x="3604660" y="2705725"/>
            <a:ext cx="49826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8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4838901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195</Words>
  <Application>Microsoft Office PowerPoint</Application>
  <PresentationFormat>Panorámica</PresentationFormat>
  <Paragraphs>28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Evaluación metodologías de machine learning en el calculo de susceptibilidad</vt:lpstr>
      <vt:lpstr>Problemática</vt:lpstr>
      <vt:lpstr>Metodología</vt:lpstr>
      <vt:lpstr>¿Qué se tiene? Variables tipo raster</vt:lpstr>
      <vt:lpstr>¿Qué se tiene? Variables tipo vector</vt:lpstr>
      <vt:lpstr>¿Qué métodos existen? ¿Cuáles aplicar?</vt:lpstr>
      <vt:lpstr>Zona de estudio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Erluan Zabaleta</dc:creator>
  <cp:lastModifiedBy>Erluan Zabaleta</cp:lastModifiedBy>
  <cp:revision>1</cp:revision>
  <dcterms:created xsi:type="dcterms:W3CDTF">2025-05-02T13:12:00Z</dcterms:created>
  <dcterms:modified xsi:type="dcterms:W3CDTF">2025-05-02T13:28:33Z</dcterms:modified>
</cp:coreProperties>
</file>